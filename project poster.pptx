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
  </p:notesMasterIdLst>
  <p:sldIdLst>
    <p:sldId id="258" r:id="rId2"/>
  </p:sldIdLst>
  <p:sldSz cx="21396325" cy="15087600"/>
  <p:notesSz cx="9601200" cy="7315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752">
          <p15:clr>
            <a:srgbClr val="A4A3A4"/>
          </p15:clr>
        </p15:guide>
        <p15:guide id="2" pos="67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3D91B-2440-8DBE-D19B-D3A853E978DA}" v="3" dt="2025-01-02T05:43:58.156"/>
    <p1510:client id="{613E7514-3615-A400-780C-C0087CCB7C8A}" v="175" dt="2025-01-02T05:17:51.885"/>
    <p1510:client id="{6B55F8AF-F6E0-142E-9EEA-6D104095FBAE}" v="1" dt="2025-01-02T03:01:45.180"/>
    <p1510:client id="{779D2597-11AE-08DA-550B-59BF1D570A81}" v="6" dt="2025-01-02T05:30:39.356"/>
    <p1510:client id="{7C40B6B6-196B-29AB-9347-0F7F167CDE83}" v="8" dt="2025-01-02T03:50:52.823"/>
    <p1510:client id="{A28EFCDD-5814-9955-2B89-CA47FAD0A180}" v="575" dt="2025-01-02T05:06:04.499"/>
    <p1510:client id="{AFDD075C-3B9B-A09E-2C5F-5585B16C9B44}" v="11" dt="2025-01-02T04:56:53.062"/>
    <p1510:client id="{B5BBB6E4-7149-49D3-B6FA-3449D7C3F13C}" v="9" dt="2025-01-01T11:30:50.4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1637" y="288"/>
      </p:cViewPr>
      <p:guideLst>
        <p:guide orient="horz" pos="4752"/>
        <p:guide pos="67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61" tIns="48331" rIns="96661" bIns="48331" rtlCol="0"/>
          <a:lstStyle>
            <a:lvl1pPr algn="l">
              <a:defRPr sz="1300"/>
            </a:lvl1pPr>
          </a:lstStyle>
          <a:p>
            <a:pPr>
              <a:defRPr/>
            </a:pPr>
            <a:endParaRPr lang="en-US"/>
          </a:p>
        </p:txBody>
      </p:sp>
      <p:sp>
        <p:nvSpPr>
          <p:cNvPr id="3" name="Date Placeholder 2"/>
          <p:cNvSpPr>
            <a:spLocks noGrp="1"/>
          </p:cNvSpPr>
          <p:nvPr>
            <p:ph type="dt" idx="1"/>
          </p:nvPr>
        </p:nvSpPr>
        <p:spPr>
          <a:xfrm>
            <a:off x="5439014" y="0"/>
            <a:ext cx="4160520" cy="365760"/>
          </a:xfrm>
          <a:prstGeom prst="rect">
            <a:avLst/>
          </a:prstGeom>
        </p:spPr>
        <p:txBody>
          <a:bodyPr vert="horz" lIns="96661" tIns="48331" rIns="96661" bIns="48331" rtlCol="0"/>
          <a:lstStyle>
            <a:lvl1pPr algn="r">
              <a:defRPr sz="1300"/>
            </a:lvl1pPr>
          </a:lstStyle>
          <a:p>
            <a:pPr>
              <a:defRPr/>
            </a:pPr>
            <a:fld id="{8DA7D3DA-D4CF-4054-A710-8575792C48DD}" type="datetimeFigureOut">
              <a:rPr lang="en-US"/>
              <a:pPr>
                <a:defRPr/>
              </a:pPr>
              <a:t>1/2/2025</a:t>
            </a:fld>
            <a:endParaRPr lang="en-US"/>
          </a:p>
        </p:txBody>
      </p:sp>
      <p:sp>
        <p:nvSpPr>
          <p:cNvPr id="4" name="Slide Image Placeholder 3"/>
          <p:cNvSpPr>
            <a:spLocks noGrp="1" noRot="1" noChangeAspect="1"/>
          </p:cNvSpPr>
          <p:nvPr>
            <p:ph type="sldImg" idx="2"/>
          </p:nvPr>
        </p:nvSpPr>
        <p:spPr>
          <a:xfrm>
            <a:off x="2855913" y="549275"/>
            <a:ext cx="3889375" cy="274320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960120" y="3474720"/>
            <a:ext cx="7680960" cy="32918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947747"/>
            <a:ext cx="4160520" cy="365760"/>
          </a:xfrm>
          <a:prstGeom prst="rect">
            <a:avLst/>
          </a:prstGeom>
        </p:spPr>
        <p:txBody>
          <a:bodyPr vert="horz" lIns="96661" tIns="48331" rIns="96661" bIns="48331" rtlCol="0" anchor="b"/>
          <a:lstStyle>
            <a:lvl1pPr algn="l">
              <a:defRPr sz="1300"/>
            </a:lvl1pPr>
          </a:lstStyle>
          <a:p>
            <a:pPr>
              <a:defRPr/>
            </a:pPr>
            <a:endParaRPr lang="en-US"/>
          </a:p>
        </p:txBody>
      </p:sp>
      <p:sp>
        <p:nvSpPr>
          <p:cNvPr id="7" name="Slide Number Placeholder 6"/>
          <p:cNvSpPr>
            <a:spLocks noGrp="1"/>
          </p:cNvSpPr>
          <p:nvPr>
            <p:ph type="sldNum" sz="quarter" idx="5"/>
          </p:nvPr>
        </p:nvSpPr>
        <p:spPr>
          <a:xfrm>
            <a:off x="5439014" y="6947747"/>
            <a:ext cx="4160520" cy="365760"/>
          </a:xfrm>
          <a:prstGeom prst="rect">
            <a:avLst/>
          </a:prstGeom>
        </p:spPr>
        <p:txBody>
          <a:bodyPr vert="horz" lIns="96661" tIns="48331" rIns="96661" bIns="48331" rtlCol="0" anchor="b"/>
          <a:lstStyle>
            <a:lvl1pPr algn="r">
              <a:defRPr sz="1300"/>
            </a:lvl1pPr>
          </a:lstStyle>
          <a:p>
            <a:pPr>
              <a:defRPr/>
            </a:pPr>
            <a:fld id="{095823FB-3E7A-4815-914B-4B33629D59C3}" type="slidenum">
              <a:rPr lang="en-US"/>
              <a:pPr>
                <a:defRPr/>
              </a:pPr>
              <a:t>‹#›</a:t>
            </a:fld>
            <a:endParaRPr lang="en-US"/>
          </a:p>
        </p:txBody>
      </p:sp>
    </p:spTree>
    <p:extLst>
      <p:ext uri="{BB962C8B-B14F-4D97-AF65-F5344CB8AC3E}">
        <p14:creationId xmlns:p14="http://schemas.microsoft.com/office/powerpoint/2010/main" val="27116594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xfrm>
            <a:off x="2855913" y="549275"/>
            <a:ext cx="3889375" cy="2743200"/>
          </a:xfrm>
          <a:noFill/>
          <a:ln>
            <a:solidFill>
              <a:srgbClr val="000000"/>
            </a:solidFill>
            <a:miter lim="800000"/>
            <a:headEnd/>
            <a:tailEnd/>
          </a:ln>
        </p:spPr>
      </p:sp>
      <p:sp>
        <p:nvSpPr>
          <p:cNvPr id="40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b="1"/>
          </a:p>
        </p:txBody>
      </p:sp>
      <p:sp>
        <p:nvSpPr>
          <p:cNvPr id="41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7FB7E0C-4FEA-4D01-9D63-D6E98DE38827}" type="slidenum">
              <a:rPr lang="en-US" smtClean="0"/>
              <a:pPr/>
              <a:t>1</a:t>
            </a:fld>
            <a:endParaRPr lang="en-US"/>
          </a:p>
        </p:txBody>
      </p:sp>
    </p:spTree>
    <p:extLst>
      <p:ext uri="{BB962C8B-B14F-4D97-AF65-F5344CB8AC3E}">
        <p14:creationId xmlns:p14="http://schemas.microsoft.com/office/powerpoint/2010/main" val="3295111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78084" y="9820862"/>
            <a:ext cx="16047244" cy="2628230"/>
          </a:xfrm>
        </p:spPr>
        <p:txBody>
          <a:bodyPr wrap="none" anchor="t">
            <a:normAutofit/>
          </a:bodyPr>
          <a:lstStyle>
            <a:lvl1pPr algn="r">
              <a:defRPr sz="15840" b="0" spc="-495">
                <a:gradFill flip="none" rotWithShape="1">
                  <a:gsLst>
                    <a:gs pos="32000">
                      <a:schemeClr val="tx1">
                        <a:lumMod val="89000"/>
                      </a:schemeClr>
                    </a:gs>
                    <a:gs pos="100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878081" y="8425733"/>
            <a:ext cx="16047244" cy="1360751"/>
          </a:xfrm>
        </p:spPr>
        <p:txBody>
          <a:bodyPr anchor="b">
            <a:normAutofit/>
          </a:bodyPr>
          <a:lstStyle>
            <a:lvl1pPr marL="0" indent="0" algn="r">
              <a:buNone/>
              <a:defRPr sz="528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754380" indent="0" algn="ctr">
              <a:buNone/>
              <a:defRPr sz="3300"/>
            </a:lvl2pPr>
            <a:lvl3pPr marL="1508760" indent="0" algn="ctr">
              <a:buNone/>
              <a:defRPr sz="2970"/>
            </a:lvl3pPr>
            <a:lvl4pPr marL="2263140" indent="0" algn="ctr">
              <a:buNone/>
              <a:defRPr sz="2640"/>
            </a:lvl4pPr>
            <a:lvl5pPr marL="3017520" indent="0" algn="ctr">
              <a:buNone/>
              <a:defRPr sz="2640"/>
            </a:lvl5pPr>
            <a:lvl6pPr marL="3771900" indent="0" algn="ctr">
              <a:buNone/>
              <a:defRPr sz="2640"/>
            </a:lvl6pPr>
            <a:lvl7pPr marL="4526280" indent="0" algn="ctr">
              <a:buNone/>
              <a:defRPr sz="2640"/>
            </a:lvl7pPr>
            <a:lvl8pPr marL="5280660" indent="0" algn="ctr">
              <a:buNone/>
              <a:defRPr sz="2640"/>
            </a:lvl8pPr>
            <a:lvl9pPr marL="6035040" indent="0" algn="ctr">
              <a:buNone/>
              <a:defRPr sz="264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pPr>
              <a:defRPr/>
            </a:pPr>
            <a:fld id="{24F5460F-96E0-41BC-BFD5-E159634B3175}" type="datetimeFigureOut">
              <a:rPr lang="en-US" smtClean="0"/>
              <a:pPr>
                <a:defRPr/>
              </a:pPr>
              <a:t>1/2/2025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F4BB3AD0-5DBC-48D5-BDCD-360487953A45}" type="slidenum">
              <a:rPr lang="en-US" smtClean="0"/>
              <a:pPr>
                <a:defRPr/>
              </a:pPr>
              <a:t>‹#›</a:t>
            </a:fld>
            <a:endParaRPr lang="en-US"/>
          </a:p>
        </p:txBody>
      </p:sp>
    </p:spTree>
    <p:extLst>
      <p:ext uri="{BB962C8B-B14F-4D97-AF65-F5344CB8AC3E}">
        <p14:creationId xmlns:p14="http://schemas.microsoft.com/office/powerpoint/2010/main" val="938714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641E83C-3328-47B5-8F6E-AC2DD1A4855E}" type="datetimeFigureOut">
              <a:rPr lang="en-US" smtClean="0"/>
              <a:pPr>
                <a:defRPr/>
              </a:pPr>
              <a:t>1/2/2025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E179CA9-CAEE-4BB7-8EFC-60BB3D80FEA2}" type="slidenum">
              <a:rPr lang="en-US" smtClean="0"/>
              <a:pPr>
                <a:defRPr/>
              </a:pPr>
              <a:t>‹#›</a:t>
            </a:fld>
            <a:endParaRPr lang="en-US"/>
          </a:p>
        </p:txBody>
      </p:sp>
    </p:spTree>
    <p:extLst>
      <p:ext uri="{BB962C8B-B14F-4D97-AF65-F5344CB8AC3E}">
        <p14:creationId xmlns:p14="http://schemas.microsoft.com/office/powerpoint/2010/main" val="2188784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1499659" y="9820862"/>
            <a:ext cx="16047244" cy="2628230"/>
          </a:xfrm>
        </p:spPr>
        <p:txBody>
          <a:bodyPr wrap="none" anchor="t">
            <a:normAutofit/>
          </a:bodyPr>
          <a:lstStyle>
            <a:lvl1pPr algn="l">
              <a:defRPr sz="15840" b="0" spc="-49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1499659" y="8425732"/>
            <a:ext cx="16047244" cy="1359208"/>
          </a:xfrm>
        </p:spPr>
        <p:txBody>
          <a:bodyPr anchor="b">
            <a:normAutofit/>
          </a:bodyPr>
          <a:lstStyle>
            <a:lvl1pPr marL="0" indent="0" algn="l">
              <a:buNone/>
              <a:defRPr sz="528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754380" indent="0" algn="ctr">
              <a:buNone/>
              <a:defRPr sz="3300"/>
            </a:lvl2pPr>
            <a:lvl3pPr marL="1508760" indent="0" algn="ctr">
              <a:buNone/>
              <a:defRPr sz="2970"/>
            </a:lvl3pPr>
            <a:lvl4pPr marL="2263140" indent="0" algn="ctr">
              <a:buNone/>
              <a:defRPr sz="2640"/>
            </a:lvl4pPr>
            <a:lvl5pPr marL="3017520" indent="0" algn="ctr">
              <a:buNone/>
              <a:defRPr sz="2640"/>
            </a:lvl5pPr>
            <a:lvl6pPr marL="3771900" indent="0" algn="ctr">
              <a:buNone/>
              <a:defRPr sz="2640"/>
            </a:lvl6pPr>
            <a:lvl7pPr marL="4526280" indent="0" algn="ctr">
              <a:buNone/>
              <a:defRPr sz="2640"/>
            </a:lvl7pPr>
            <a:lvl8pPr marL="5280660" indent="0" algn="ctr">
              <a:buNone/>
              <a:defRPr sz="2640"/>
            </a:lvl8pPr>
            <a:lvl9pPr marL="6035040" indent="0" algn="ctr">
              <a:buNone/>
              <a:defRPr sz="26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A58BD1A3-08D1-4783-BE32-9483B8F2332C}" type="datetimeFigureOut">
              <a:rPr lang="en-US" smtClean="0"/>
              <a:pPr>
                <a:defRPr/>
              </a:pPr>
              <a:t>1/2/2025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B4F12C6-BDBE-4921-B43C-0B64A03B68FB}" type="slidenum">
              <a:rPr lang="en-US" smtClean="0"/>
              <a:pPr>
                <a:defRPr/>
              </a:pPr>
              <a:t>‹#›</a:t>
            </a:fld>
            <a:endParaRPr lang="en-US"/>
          </a:p>
        </p:txBody>
      </p:sp>
    </p:spTree>
    <p:extLst>
      <p:ext uri="{BB962C8B-B14F-4D97-AF65-F5344CB8AC3E}">
        <p14:creationId xmlns:p14="http://schemas.microsoft.com/office/powerpoint/2010/main" val="2917829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65542" y="4016375"/>
            <a:ext cx="8818992" cy="95729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090990" y="4016375"/>
            <a:ext cx="8834338" cy="95729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785FD71E-2DFD-4F23-A448-ACECB91B2C59}" type="datetimeFigureOut">
              <a:rPr lang="en-US" smtClean="0"/>
              <a:pPr>
                <a:defRPr/>
              </a:pPr>
              <a:t>1/2/2025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5706F45-AC25-4817-AACF-54B8C6C580FA}" type="slidenum">
              <a:rPr lang="en-US" smtClean="0"/>
              <a:pPr>
                <a:defRPr/>
              </a:pPr>
              <a:t>‹#›</a:t>
            </a:fld>
            <a:endParaRPr lang="en-US"/>
          </a:p>
        </p:txBody>
      </p:sp>
    </p:spTree>
    <p:extLst>
      <p:ext uri="{BB962C8B-B14F-4D97-AF65-F5344CB8AC3E}">
        <p14:creationId xmlns:p14="http://schemas.microsoft.com/office/powerpoint/2010/main" val="1908257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3784" y="803278"/>
            <a:ext cx="18454330" cy="2916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65542" y="3698559"/>
            <a:ext cx="8818992" cy="1812606"/>
          </a:xfrm>
        </p:spPr>
        <p:txBody>
          <a:bodyPr anchor="b">
            <a:normAutofit/>
          </a:bodyPr>
          <a:lstStyle>
            <a:lvl1pPr marL="0" indent="0">
              <a:buNone/>
              <a:defRPr sz="4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754380" indent="0">
              <a:buNone/>
              <a:defRPr sz="3300" b="1"/>
            </a:lvl2pPr>
            <a:lvl3pPr marL="1508760" indent="0">
              <a:buNone/>
              <a:defRPr sz="2970" b="1"/>
            </a:lvl3pPr>
            <a:lvl4pPr marL="2263140" indent="0">
              <a:buNone/>
              <a:defRPr sz="2640" b="1"/>
            </a:lvl4pPr>
            <a:lvl5pPr marL="3017520" indent="0">
              <a:buNone/>
              <a:defRPr sz="2640" b="1"/>
            </a:lvl5pPr>
            <a:lvl6pPr marL="3771900" indent="0">
              <a:buNone/>
              <a:defRPr sz="2640" b="1"/>
            </a:lvl6pPr>
            <a:lvl7pPr marL="4526280" indent="0">
              <a:buNone/>
              <a:defRPr sz="2640" b="1"/>
            </a:lvl7pPr>
            <a:lvl8pPr marL="5280660" indent="0">
              <a:buNone/>
              <a:defRPr sz="2640" b="1"/>
            </a:lvl8pPr>
            <a:lvl9pPr marL="6035040" indent="0">
              <a:buNone/>
              <a:defRPr sz="2640" b="1"/>
            </a:lvl9pPr>
          </a:lstStyle>
          <a:p>
            <a:pPr lvl="0"/>
            <a:r>
              <a:rPr lang="en-US"/>
              <a:t>Click to edit Master text styles</a:t>
            </a:r>
          </a:p>
        </p:txBody>
      </p:sp>
      <p:sp>
        <p:nvSpPr>
          <p:cNvPr id="4" name="Content Placeholder 3"/>
          <p:cNvSpPr>
            <a:spLocks noGrp="1"/>
          </p:cNvSpPr>
          <p:nvPr>
            <p:ph sz="half" idx="2"/>
          </p:nvPr>
        </p:nvSpPr>
        <p:spPr>
          <a:xfrm>
            <a:off x="1965542" y="5511165"/>
            <a:ext cx="8818992" cy="8106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090991" y="3698559"/>
            <a:ext cx="8837124" cy="1812606"/>
          </a:xfrm>
        </p:spPr>
        <p:txBody>
          <a:bodyPr vert="horz" lIns="91440" tIns="45720" rIns="91440" bIns="45720" rtlCol="0" anchor="b">
            <a:normAutofit/>
          </a:bodyPr>
          <a:lstStyle>
            <a:lvl1pPr>
              <a:buNone/>
              <a:defRPr lang="en-US" sz="4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11090991" y="5511165"/>
            <a:ext cx="8837124" cy="8106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7CA1FB7C-CAD3-4979-BB8E-DDCF03472B9C}" type="datetimeFigureOut">
              <a:rPr lang="en-US" smtClean="0"/>
              <a:pPr>
                <a:defRPr/>
              </a:pPr>
              <a:t>1/2/2025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531507D2-9CBF-494B-8A56-EF5DC47183D3}" type="slidenum">
              <a:rPr lang="en-US" smtClean="0"/>
              <a:pPr>
                <a:defRPr/>
              </a:pPr>
              <a:t>‹#›</a:t>
            </a:fld>
            <a:endParaRPr lang="en-US"/>
          </a:p>
        </p:txBody>
      </p:sp>
    </p:spTree>
    <p:extLst>
      <p:ext uri="{BB962C8B-B14F-4D97-AF65-F5344CB8AC3E}">
        <p14:creationId xmlns:p14="http://schemas.microsoft.com/office/powerpoint/2010/main" val="3466286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86FA2579-1276-4A74-87A1-6D0FE2FF372C}" type="datetimeFigureOut">
              <a:rPr lang="en-US" smtClean="0"/>
              <a:pPr>
                <a:defRPr/>
              </a:pPr>
              <a:t>1/2/2025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F546B4A-9340-49C8-807A-7783BD84082F}" type="slidenum">
              <a:rPr lang="en-US" smtClean="0"/>
              <a:pPr>
                <a:defRPr/>
              </a:pPr>
              <a:t>‹#›</a:t>
            </a:fld>
            <a:endParaRPr lang="en-US"/>
          </a:p>
        </p:txBody>
      </p:sp>
    </p:spTree>
    <p:extLst>
      <p:ext uri="{BB962C8B-B14F-4D97-AF65-F5344CB8AC3E}">
        <p14:creationId xmlns:p14="http://schemas.microsoft.com/office/powerpoint/2010/main" val="3981850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28E265A-1361-4AEA-8A14-E101C8394C8C}" type="datetimeFigureOut">
              <a:rPr lang="en-US" smtClean="0"/>
              <a:pPr>
                <a:defRPr/>
              </a:pPr>
              <a:t>1/2/2025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7B84815A-3B0E-4997-A765-CDBFE7D75534}" type="slidenum">
              <a:rPr lang="en-US" smtClean="0"/>
              <a:pPr>
                <a:defRPr/>
              </a:pPr>
              <a:t>‹#›</a:t>
            </a:fld>
            <a:endParaRPr lang="en-US"/>
          </a:p>
        </p:txBody>
      </p:sp>
    </p:spTree>
    <p:extLst>
      <p:ext uri="{BB962C8B-B14F-4D97-AF65-F5344CB8AC3E}">
        <p14:creationId xmlns:p14="http://schemas.microsoft.com/office/powerpoint/2010/main" val="342655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1005840"/>
            <a:ext cx="6900872" cy="3520440"/>
          </a:xfrm>
        </p:spPr>
        <p:txBody>
          <a:bodyPr anchor="b"/>
          <a:lstStyle>
            <a:lvl1pPr>
              <a:defRPr sz="5280"/>
            </a:lvl1pPr>
          </a:lstStyle>
          <a:p>
            <a:r>
              <a:rPr lang="en-US"/>
              <a:t>Click to edit Master title style</a:t>
            </a:r>
            <a:endParaRPr lang="en-US" dirty="0"/>
          </a:p>
        </p:txBody>
      </p:sp>
      <p:sp>
        <p:nvSpPr>
          <p:cNvPr id="3" name="Content Placeholder 2"/>
          <p:cNvSpPr>
            <a:spLocks noGrp="1"/>
          </p:cNvSpPr>
          <p:nvPr>
            <p:ph idx="1"/>
          </p:nvPr>
        </p:nvSpPr>
        <p:spPr>
          <a:xfrm>
            <a:off x="9096225" y="2172338"/>
            <a:ext cx="10831890" cy="10721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65543" y="4526280"/>
            <a:ext cx="6409114" cy="8385494"/>
          </a:xfrm>
        </p:spPr>
        <p:txBody>
          <a:bodyPr>
            <a:normAutofit/>
          </a:bodyPr>
          <a:lstStyle>
            <a:lvl1pPr marL="0" indent="0">
              <a:buNone/>
              <a:defRPr sz="308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754380" indent="0">
              <a:buNone/>
              <a:defRPr sz="2310"/>
            </a:lvl2pPr>
            <a:lvl3pPr marL="1508760" indent="0">
              <a:buNone/>
              <a:defRPr sz="1980"/>
            </a:lvl3pPr>
            <a:lvl4pPr marL="2263140" indent="0">
              <a:buNone/>
              <a:defRPr sz="1650"/>
            </a:lvl4pPr>
            <a:lvl5pPr marL="3017520" indent="0">
              <a:buNone/>
              <a:defRPr sz="1650"/>
            </a:lvl5pPr>
            <a:lvl6pPr marL="3771900" indent="0">
              <a:buNone/>
              <a:defRPr sz="1650"/>
            </a:lvl6pPr>
            <a:lvl7pPr marL="4526280" indent="0">
              <a:buNone/>
              <a:defRPr sz="1650"/>
            </a:lvl7pPr>
            <a:lvl8pPr marL="5280660" indent="0">
              <a:buNone/>
              <a:defRPr sz="1650"/>
            </a:lvl8pPr>
            <a:lvl9pPr marL="6035040" indent="0">
              <a:buNone/>
              <a:defRPr sz="16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4F6368B-BFDC-4FD9-BB47-0294E095E7C7}" type="datetimeFigureOut">
              <a:rPr lang="en-US" smtClean="0"/>
              <a:pPr>
                <a:defRPr/>
              </a:pPr>
              <a:t>1/2/2025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EA0EB0D-B40A-4476-A042-007224BD9F0A}" type="slidenum">
              <a:rPr lang="en-US" smtClean="0"/>
              <a:pPr>
                <a:defRPr/>
              </a:pPr>
              <a:t>‹#›</a:t>
            </a:fld>
            <a:endParaRPr lang="en-US"/>
          </a:p>
        </p:txBody>
      </p:sp>
    </p:spTree>
    <p:extLst>
      <p:ext uri="{BB962C8B-B14F-4D97-AF65-F5344CB8AC3E}">
        <p14:creationId xmlns:p14="http://schemas.microsoft.com/office/powerpoint/2010/main" val="3036445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1005840"/>
            <a:ext cx="6900872" cy="3520440"/>
          </a:xfrm>
        </p:spPr>
        <p:txBody>
          <a:bodyPr anchor="b"/>
          <a:lstStyle>
            <a:lvl1pPr>
              <a:defRPr sz="5280"/>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6225" y="2172338"/>
            <a:ext cx="10831890" cy="10721975"/>
          </a:xfrm>
        </p:spPr>
        <p:txBody>
          <a:bodyPr anchor="t"/>
          <a:lstStyle>
            <a:lvl1pPr marL="0" indent="0">
              <a:buNone/>
              <a:defRPr sz="5280"/>
            </a:lvl1pPr>
            <a:lvl2pPr marL="754380" indent="0">
              <a:buNone/>
              <a:defRPr sz="4620"/>
            </a:lvl2pPr>
            <a:lvl3pPr marL="1508760" indent="0">
              <a:buNone/>
              <a:defRPr sz="3960"/>
            </a:lvl3pPr>
            <a:lvl4pPr marL="2263140" indent="0">
              <a:buNone/>
              <a:defRPr sz="3300"/>
            </a:lvl4pPr>
            <a:lvl5pPr marL="3017520" indent="0">
              <a:buNone/>
              <a:defRPr sz="3300"/>
            </a:lvl5pPr>
            <a:lvl6pPr marL="3771900" indent="0">
              <a:buNone/>
              <a:defRPr sz="3300"/>
            </a:lvl6pPr>
            <a:lvl7pPr marL="4526280" indent="0">
              <a:buNone/>
              <a:defRPr sz="3300"/>
            </a:lvl7pPr>
            <a:lvl8pPr marL="5280660" indent="0">
              <a:buNone/>
              <a:defRPr sz="3300"/>
            </a:lvl8pPr>
            <a:lvl9pPr marL="6035040" indent="0">
              <a:buNone/>
              <a:defRPr sz="3300"/>
            </a:lvl9pPr>
          </a:lstStyle>
          <a:p>
            <a:r>
              <a:rPr lang="en-US"/>
              <a:t>Click icon to add picture</a:t>
            </a:r>
            <a:endParaRPr lang="en-US" dirty="0"/>
          </a:p>
        </p:txBody>
      </p:sp>
      <p:sp>
        <p:nvSpPr>
          <p:cNvPr id="4" name="Text Placeholder 3"/>
          <p:cNvSpPr>
            <a:spLocks noGrp="1"/>
          </p:cNvSpPr>
          <p:nvPr>
            <p:ph type="body" sz="half" idx="2"/>
          </p:nvPr>
        </p:nvSpPr>
        <p:spPr>
          <a:xfrm>
            <a:off x="1965543" y="4526280"/>
            <a:ext cx="6409114" cy="8385494"/>
          </a:xfrm>
        </p:spPr>
        <p:txBody>
          <a:bodyPr>
            <a:normAutofit/>
          </a:bodyPr>
          <a:lstStyle>
            <a:lvl1pPr marL="0" indent="0">
              <a:buNone/>
              <a:defRPr sz="308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754380" indent="0">
              <a:buNone/>
              <a:defRPr sz="2310"/>
            </a:lvl2pPr>
            <a:lvl3pPr marL="1508760" indent="0">
              <a:buNone/>
              <a:defRPr sz="1980"/>
            </a:lvl3pPr>
            <a:lvl4pPr marL="2263140" indent="0">
              <a:buNone/>
              <a:defRPr sz="1650"/>
            </a:lvl4pPr>
            <a:lvl5pPr marL="3017520" indent="0">
              <a:buNone/>
              <a:defRPr sz="1650"/>
            </a:lvl5pPr>
            <a:lvl6pPr marL="3771900" indent="0">
              <a:buNone/>
              <a:defRPr sz="1650"/>
            </a:lvl6pPr>
            <a:lvl7pPr marL="4526280" indent="0">
              <a:buNone/>
              <a:defRPr sz="1650"/>
            </a:lvl7pPr>
            <a:lvl8pPr marL="5280660" indent="0">
              <a:buNone/>
              <a:defRPr sz="1650"/>
            </a:lvl8pPr>
            <a:lvl9pPr marL="6035040" indent="0">
              <a:buNone/>
              <a:defRPr sz="16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4B24F50-1CD8-4B77-BE20-CFD245A62816}" type="datetimeFigureOut">
              <a:rPr lang="en-US" smtClean="0"/>
              <a:pPr>
                <a:defRPr/>
              </a:pPr>
              <a:t>1/2/2025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DD18976-4C8D-4EDB-A1D9-42BB65F6CA2F}" type="slidenum">
              <a:rPr lang="en-US" smtClean="0"/>
              <a:pPr>
                <a:defRPr/>
              </a:pPr>
              <a:t>‹#›</a:t>
            </a:fld>
            <a:endParaRPr lang="en-US"/>
          </a:p>
        </p:txBody>
      </p:sp>
    </p:spTree>
    <p:extLst>
      <p:ext uri="{BB962C8B-B14F-4D97-AF65-F5344CB8AC3E}">
        <p14:creationId xmlns:p14="http://schemas.microsoft.com/office/powerpoint/2010/main" val="2129724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9607755"/>
            <a:ext cx="18454330" cy="1802581"/>
          </a:xfrm>
        </p:spPr>
        <p:txBody>
          <a:bodyPr anchor="b"/>
          <a:lstStyle>
            <a:lvl1pPr>
              <a:defRPr sz="52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473784" y="2172338"/>
            <a:ext cx="18454330" cy="7435417"/>
          </a:xfrm>
        </p:spPr>
        <p:txBody>
          <a:bodyPr anchor="t"/>
          <a:lstStyle>
            <a:lvl1pPr marL="0" indent="0">
              <a:buNone/>
              <a:defRPr sz="5280"/>
            </a:lvl1pPr>
            <a:lvl2pPr marL="754380" indent="0">
              <a:buNone/>
              <a:defRPr sz="4620"/>
            </a:lvl2pPr>
            <a:lvl3pPr marL="1508760" indent="0">
              <a:buNone/>
              <a:defRPr sz="3960"/>
            </a:lvl3pPr>
            <a:lvl4pPr marL="2263140" indent="0">
              <a:buNone/>
              <a:defRPr sz="3300"/>
            </a:lvl4pPr>
            <a:lvl5pPr marL="3017520" indent="0">
              <a:buNone/>
              <a:defRPr sz="3300"/>
            </a:lvl5pPr>
            <a:lvl6pPr marL="3771900" indent="0">
              <a:buNone/>
              <a:defRPr sz="3300"/>
            </a:lvl6pPr>
            <a:lvl7pPr marL="4526280" indent="0">
              <a:buNone/>
              <a:defRPr sz="3300"/>
            </a:lvl7pPr>
            <a:lvl8pPr marL="5280660" indent="0">
              <a:buNone/>
              <a:defRPr sz="3300"/>
            </a:lvl8pPr>
            <a:lvl9pPr marL="6035040" indent="0">
              <a:buNone/>
              <a:defRPr sz="3300"/>
            </a:lvl9pPr>
          </a:lstStyle>
          <a:p>
            <a:r>
              <a:rPr lang="en-US"/>
              <a:t>Click icon to add picture</a:t>
            </a:r>
            <a:endParaRPr lang="en-US" dirty="0"/>
          </a:p>
        </p:txBody>
      </p:sp>
      <p:sp>
        <p:nvSpPr>
          <p:cNvPr id="4" name="Text Placeholder 3"/>
          <p:cNvSpPr>
            <a:spLocks noGrp="1"/>
          </p:cNvSpPr>
          <p:nvPr>
            <p:ph type="body" sz="half" idx="2"/>
          </p:nvPr>
        </p:nvSpPr>
        <p:spPr>
          <a:xfrm>
            <a:off x="1473786" y="11410335"/>
            <a:ext cx="18451543" cy="1501438"/>
          </a:xfrm>
        </p:spPr>
        <p:txBody>
          <a:bodyPr/>
          <a:lstStyle>
            <a:lvl1pPr marL="0" indent="0">
              <a:buNone/>
              <a:defRPr sz="264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754380" indent="0">
              <a:buNone/>
              <a:defRPr sz="2310"/>
            </a:lvl2pPr>
            <a:lvl3pPr marL="1508760" indent="0">
              <a:buNone/>
              <a:defRPr sz="1980"/>
            </a:lvl3pPr>
            <a:lvl4pPr marL="2263140" indent="0">
              <a:buNone/>
              <a:defRPr sz="1650"/>
            </a:lvl4pPr>
            <a:lvl5pPr marL="3017520" indent="0">
              <a:buNone/>
              <a:defRPr sz="1650"/>
            </a:lvl5pPr>
            <a:lvl6pPr marL="3771900" indent="0">
              <a:buNone/>
              <a:defRPr sz="1650"/>
            </a:lvl6pPr>
            <a:lvl7pPr marL="4526280" indent="0">
              <a:buNone/>
              <a:defRPr sz="1650"/>
            </a:lvl7pPr>
            <a:lvl8pPr marL="5280660" indent="0">
              <a:buNone/>
              <a:defRPr sz="1650"/>
            </a:lvl8pPr>
            <a:lvl9pPr marL="6035040" indent="0">
              <a:buNone/>
              <a:defRPr sz="16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3649540-97AF-4BB8-BF1D-44EE7EB337A9}" type="datetimeFigureOut">
              <a:rPr lang="en-US" smtClean="0"/>
              <a:pPr>
                <a:defRPr/>
              </a:pPr>
              <a:t>1/2/2025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8D161DD-CB27-4D32-93F1-1D522049FD1D}" type="slidenum">
              <a:rPr lang="en-US" smtClean="0"/>
              <a:pPr>
                <a:defRPr/>
              </a:pPr>
              <a:t>‹#›</a:t>
            </a:fld>
            <a:endParaRPr lang="en-US"/>
          </a:p>
        </p:txBody>
      </p:sp>
    </p:spTree>
    <p:extLst>
      <p:ext uri="{BB962C8B-B14F-4D97-AF65-F5344CB8AC3E}">
        <p14:creationId xmlns:p14="http://schemas.microsoft.com/office/powerpoint/2010/main" val="60092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803275"/>
            <a:ext cx="18454330" cy="7775557"/>
          </a:xfrm>
        </p:spPr>
        <p:txBody>
          <a:bodyPr anchor="ctr"/>
          <a:lstStyle>
            <a:lvl1pPr>
              <a:defRPr sz="5280"/>
            </a:lvl1pPr>
          </a:lstStyle>
          <a:p>
            <a:r>
              <a:rPr lang="en-US"/>
              <a:t>Click to edit Master title style</a:t>
            </a:r>
            <a:endParaRPr lang="en-US" dirty="0"/>
          </a:p>
        </p:txBody>
      </p:sp>
      <p:sp>
        <p:nvSpPr>
          <p:cNvPr id="4" name="Text Placeholder 3"/>
          <p:cNvSpPr>
            <a:spLocks noGrp="1"/>
          </p:cNvSpPr>
          <p:nvPr>
            <p:ph type="body" sz="half" idx="2"/>
          </p:nvPr>
        </p:nvSpPr>
        <p:spPr>
          <a:xfrm>
            <a:off x="1473786" y="9876678"/>
            <a:ext cx="18451543" cy="3304017"/>
          </a:xfrm>
        </p:spPr>
        <p:txBody>
          <a:bodyPr anchor="ctr"/>
          <a:lstStyle>
            <a:lvl1pPr marL="0" indent="0">
              <a:buNone/>
              <a:defRPr sz="2640"/>
            </a:lvl1pPr>
            <a:lvl2pPr marL="754380" indent="0">
              <a:buNone/>
              <a:defRPr sz="2310"/>
            </a:lvl2pPr>
            <a:lvl3pPr marL="1508760" indent="0">
              <a:buNone/>
              <a:defRPr sz="1980"/>
            </a:lvl3pPr>
            <a:lvl4pPr marL="2263140" indent="0">
              <a:buNone/>
              <a:defRPr sz="1650"/>
            </a:lvl4pPr>
            <a:lvl5pPr marL="3017520" indent="0">
              <a:buNone/>
              <a:defRPr sz="1650"/>
            </a:lvl5pPr>
            <a:lvl6pPr marL="3771900" indent="0">
              <a:buNone/>
              <a:defRPr sz="1650"/>
            </a:lvl6pPr>
            <a:lvl7pPr marL="4526280" indent="0">
              <a:buNone/>
              <a:defRPr sz="1650"/>
            </a:lvl7pPr>
            <a:lvl8pPr marL="5280660" indent="0">
              <a:buNone/>
              <a:defRPr sz="1650"/>
            </a:lvl8pPr>
            <a:lvl9pPr marL="6035040" indent="0">
              <a:buNone/>
              <a:defRPr sz="16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3649540-97AF-4BB8-BF1D-44EE7EB337A9}" type="datetimeFigureOut">
              <a:rPr lang="en-US" smtClean="0"/>
              <a:pPr>
                <a:defRPr/>
              </a:pPr>
              <a:t>1/2/2025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8D161DD-CB27-4D32-93F1-1D522049FD1D}" type="slidenum">
              <a:rPr lang="en-US" smtClean="0"/>
              <a:pPr>
                <a:defRPr/>
              </a:pPr>
              <a:t>‹#›</a:t>
            </a:fld>
            <a:endParaRPr lang="en-US"/>
          </a:p>
        </p:txBody>
      </p:sp>
    </p:spTree>
    <p:extLst>
      <p:ext uri="{BB962C8B-B14F-4D97-AF65-F5344CB8AC3E}">
        <p14:creationId xmlns:p14="http://schemas.microsoft.com/office/powerpoint/2010/main" val="42520641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38027" y="803275"/>
            <a:ext cx="16325845" cy="6584389"/>
          </a:xfrm>
        </p:spPr>
        <p:txBody>
          <a:bodyPr anchor="ctr"/>
          <a:lstStyle>
            <a:lvl1pPr>
              <a:defRPr sz="7260"/>
            </a:lvl1pPr>
          </a:lstStyle>
          <a:p>
            <a:r>
              <a:rPr lang="en-US"/>
              <a:t>Click to edit Master title style</a:t>
            </a:r>
            <a:endParaRPr lang="en-US" dirty="0"/>
          </a:p>
        </p:txBody>
      </p:sp>
      <p:sp>
        <p:nvSpPr>
          <p:cNvPr id="12" name="Text Placeholder 3"/>
          <p:cNvSpPr>
            <a:spLocks noGrp="1"/>
          </p:cNvSpPr>
          <p:nvPr>
            <p:ph type="body" sz="half" idx="13"/>
          </p:nvPr>
        </p:nvSpPr>
        <p:spPr>
          <a:xfrm>
            <a:off x="3019643" y="7404225"/>
            <a:ext cx="15359828" cy="1207730"/>
          </a:xfrm>
        </p:spPr>
        <p:txBody>
          <a:bodyPr anchor="t">
            <a:normAutofit/>
          </a:bodyPr>
          <a:lstStyle>
            <a:lvl1pPr marL="0" indent="0">
              <a:buNone/>
              <a:defRPr sz="2310"/>
            </a:lvl1pPr>
            <a:lvl2pPr marL="754380" indent="0">
              <a:buNone/>
              <a:defRPr sz="2310"/>
            </a:lvl2pPr>
            <a:lvl3pPr marL="1508760" indent="0">
              <a:buNone/>
              <a:defRPr sz="1980"/>
            </a:lvl3pPr>
            <a:lvl4pPr marL="2263140" indent="0">
              <a:buNone/>
              <a:defRPr sz="1650"/>
            </a:lvl4pPr>
            <a:lvl5pPr marL="3017520" indent="0">
              <a:buNone/>
              <a:defRPr sz="1650"/>
            </a:lvl5pPr>
            <a:lvl6pPr marL="3771900" indent="0">
              <a:buNone/>
              <a:defRPr sz="1650"/>
            </a:lvl6pPr>
            <a:lvl7pPr marL="4526280" indent="0">
              <a:buNone/>
              <a:defRPr sz="1650"/>
            </a:lvl7pPr>
            <a:lvl8pPr marL="5280660" indent="0">
              <a:buNone/>
              <a:defRPr sz="1650"/>
            </a:lvl8pPr>
            <a:lvl9pPr marL="6035040" indent="0">
              <a:buNone/>
              <a:defRPr sz="1650"/>
            </a:lvl9pPr>
          </a:lstStyle>
          <a:p>
            <a:pPr lvl="0"/>
            <a:r>
              <a:rPr lang="en-US"/>
              <a:t>Click to edit Master text styles</a:t>
            </a:r>
          </a:p>
        </p:txBody>
      </p:sp>
      <p:sp>
        <p:nvSpPr>
          <p:cNvPr id="4" name="Text Placeholder 3"/>
          <p:cNvSpPr>
            <a:spLocks noGrp="1"/>
          </p:cNvSpPr>
          <p:nvPr>
            <p:ph type="body" sz="half" idx="2"/>
          </p:nvPr>
        </p:nvSpPr>
        <p:spPr>
          <a:xfrm>
            <a:off x="1470997" y="9903804"/>
            <a:ext cx="18448757" cy="3276891"/>
          </a:xfrm>
        </p:spPr>
        <p:txBody>
          <a:bodyPr anchor="ctr">
            <a:normAutofit/>
          </a:bodyPr>
          <a:lstStyle>
            <a:lvl1pPr marL="0" indent="0">
              <a:buNone/>
              <a:defRPr sz="2640"/>
            </a:lvl1pPr>
            <a:lvl2pPr marL="754380" indent="0">
              <a:buNone/>
              <a:defRPr sz="2310"/>
            </a:lvl2pPr>
            <a:lvl3pPr marL="1508760" indent="0">
              <a:buNone/>
              <a:defRPr sz="1980"/>
            </a:lvl3pPr>
            <a:lvl4pPr marL="2263140" indent="0">
              <a:buNone/>
              <a:defRPr sz="1650"/>
            </a:lvl4pPr>
            <a:lvl5pPr marL="3017520" indent="0">
              <a:buNone/>
              <a:defRPr sz="1650"/>
            </a:lvl5pPr>
            <a:lvl6pPr marL="3771900" indent="0">
              <a:buNone/>
              <a:defRPr sz="1650"/>
            </a:lvl6pPr>
            <a:lvl7pPr marL="4526280" indent="0">
              <a:buNone/>
              <a:defRPr sz="1650"/>
            </a:lvl7pPr>
            <a:lvl8pPr marL="5280660" indent="0">
              <a:buNone/>
              <a:defRPr sz="1650"/>
            </a:lvl8pPr>
            <a:lvl9pPr marL="6035040" indent="0">
              <a:buNone/>
              <a:defRPr sz="16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3649540-97AF-4BB8-BF1D-44EE7EB337A9}" type="datetimeFigureOut">
              <a:rPr lang="en-US" smtClean="0"/>
              <a:pPr>
                <a:defRPr/>
              </a:pPr>
              <a:t>1/2/2025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8D161DD-CB27-4D32-93F1-1D522049FD1D}" type="slidenum">
              <a:rPr lang="en-US" smtClean="0"/>
              <a:pPr>
                <a:defRPr/>
              </a:pPr>
              <a:t>‹#›</a:t>
            </a:fld>
            <a:endParaRPr lang="en-US"/>
          </a:p>
        </p:txBody>
      </p:sp>
      <p:sp>
        <p:nvSpPr>
          <p:cNvPr id="9" name="TextBox 8"/>
          <p:cNvSpPr txBox="1"/>
          <p:nvPr/>
        </p:nvSpPr>
        <p:spPr>
          <a:xfrm>
            <a:off x="1949824" y="1731013"/>
            <a:ext cx="1069816" cy="1286507"/>
          </a:xfrm>
          <a:prstGeom prst="rect">
            <a:avLst/>
          </a:prstGeom>
        </p:spPr>
        <p:txBody>
          <a:bodyPr vert="horz" lIns="150876" tIns="75438" rIns="150876" bIns="7543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3200" dirty="0">
                <a:solidFill>
                  <a:schemeClr val="tx1"/>
                </a:solidFill>
                <a:effectLst/>
              </a:rPr>
              <a:t>“</a:t>
            </a:r>
          </a:p>
        </p:txBody>
      </p:sp>
      <p:sp>
        <p:nvSpPr>
          <p:cNvPr id="10" name="TextBox 9"/>
          <p:cNvSpPr txBox="1"/>
          <p:nvPr/>
        </p:nvSpPr>
        <p:spPr>
          <a:xfrm>
            <a:off x="18317817" y="6035040"/>
            <a:ext cx="1069816" cy="1286507"/>
          </a:xfrm>
          <a:prstGeom prst="rect">
            <a:avLst/>
          </a:prstGeom>
        </p:spPr>
        <p:txBody>
          <a:bodyPr vert="horz" lIns="150876" tIns="75438" rIns="150876" bIns="7543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3200" dirty="0">
                <a:solidFill>
                  <a:schemeClr val="tx1"/>
                </a:solidFill>
                <a:effectLst/>
              </a:rPr>
              <a:t>”</a:t>
            </a:r>
          </a:p>
        </p:txBody>
      </p:sp>
    </p:spTree>
    <p:extLst>
      <p:ext uri="{BB962C8B-B14F-4D97-AF65-F5344CB8AC3E}">
        <p14:creationId xmlns:p14="http://schemas.microsoft.com/office/powerpoint/2010/main" val="663243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73784" y="5119331"/>
            <a:ext cx="18454330" cy="5526037"/>
          </a:xfrm>
        </p:spPr>
        <p:txBody>
          <a:bodyPr anchor="b">
            <a:normAutofit/>
          </a:bodyPr>
          <a:lstStyle>
            <a:lvl1pPr>
              <a:defRPr sz="8910"/>
            </a:lvl1pPr>
          </a:lstStyle>
          <a:p>
            <a:r>
              <a:rPr lang="en-US"/>
              <a:t>Click to edit Master title style</a:t>
            </a:r>
            <a:endParaRPr lang="en-US" dirty="0"/>
          </a:p>
        </p:txBody>
      </p:sp>
      <p:sp>
        <p:nvSpPr>
          <p:cNvPr id="4" name="Text Placeholder 3"/>
          <p:cNvSpPr>
            <a:spLocks noGrp="1"/>
          </p:cNvSpPr>
          <p:nvPr>
            <p:ph type="body" sz="half" idx="2"/>
          </p:nvPr>
        </p:nvSpPr>
        <p:spPr>
          <a:xfrm>
            <a:off x="1473786" y="10671278"/>
            <a:ext cx="18451543" cy="2509417"/>
          </a:xfrm>
        </p:spPr>
        <p:txBody>
          <a:bodyPr anchor="t"/>
          <a:lstStyle>
            <a:lvl1pPr marL="0" indent="0">
              <a:buNone/>
              <a:defRPr sz="2640"/>
            </a:lvl1pPr>
            <a:lvl2pPr marL="754380" indent="0">
              <a:buNone/>
              <a:defRPr sz="2310"/>
            </a:lvl2pPr>
            <a:lvl3pPr marL="1508760" indent="0">
              <a:buNone/>
              <a:defRPr sz="1980"/>
            </a:lvl3pPr>
            <a:lvl4pPr marL="2263140" indent="0">
              <a:buNone/>
              <a:defRPr sz="1650"/>
            </a:lvl4pPr>
            <a:lvl5pPr marL="3017520" indent="0">
              <a:buNone/>
              <a:defRPr sz="1650"/>
            </a:lvl5pPr>
            <a:lvl6pPr marL="3771900" indent="0">
              <a:buNone/>
              <a:defRPr sz="1650"/>
            </a:lvl6pPr>
            <a:lvl7pPr marL="4526280" indent="0">
              <a:buNone/>
              <a:defRPr sz="1650"/>
            </a:lvl7pPr>
            <a:lvl8pPr marL="5280660" indent="0">
              <a:buNone/>
              <a:defRPr sz="1650"/>
            </a:lvl8pPr>
            <a:lvl9pPr marL="6035040" indent="0">
              <a:buNone/>
              <a:defRPr sz="16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3649540-97AF-4BB8-BF1D-44EE7EB337A9}" type="datetimeFigureOut">
              <a:rPr lang="en-US" smtClean="0"/>
              <a:pPr>
                <a:defRPr/>
              </a:pPr>
              <a:t>1/2/2025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8D161DD-CB27-4D32-93F1-1D522049FD1D}" type="slidenum">
              <a:rPr lang="en-US" smtClean="0"/>
              <a:pPr>
                <a:defRPr/>
              </a:pPr>
              <a:t>‹#›</a:t>
            </a:fld>
            <a:endParaRPr lang="en-US"/>
          </a:p>
        </p:txBody>
      </p:sp>
    </p:spTree>
    <p:extLst>
      <p:ext uri="{BB962C8B-B14F-4D97-AF65-F5344CB8AC3E}">
        <p14:creationId xmlns:p14="http://schemas.microsoft.com/office/powerpoint/2010/main" val="2163658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470998" y="803278"/>
            <a:ext cx="18454330" cy="2916239"/>
          </a:xfrm>
        </p:spPr>
        <p:txBody>
          <a:bodyPr/>
          <a:lstStyle/>
          <a:p>
            <a:r>
              <a:rPr lang="en-US"/>
              <a:t>Click to edit Master title style</a:t>
            </a:r>
            <a:endParaRPr lang="en-US" dirty="0"/>
          </a:p>
        </p:txBody>
      </p:sp>
      <p:sp>
        <p:nvSpPr>
          <p:cNvPr id="7" name="Text Placeholder 2"/>
          <p:cNvSpPr>
            <a:spLocks noGrp="1"/>
          </p:cNvSpPr>
          <p:nvPr>
            <p:ph type="body" idx="1"/>
          </p:nvPr>
        </p:nvSpPr>
        <p:spPr>
          <a:xfrm>
            <a:off x="2346859" y="4149090"/>
            <a:ext cx="5171598" cy="1267776"/>
          </a:xfrm>
        </p:spPr>
        <p:txBody>
          <a:bodyPr anchor="b">
            <a:noAutofit/>
          </a:bodyPr>
          <a:lstStyle>
            <a:lvl1pPr marL="0" indent="0">
              <a:buNone/>
              <a:defRPr sz="396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754380" indent="0">
              <a:buNone/>
              <a:defRPr sz="3300" b="1"/>
            </a:lvl2pPr>
            <a:lvl3pPr marL="1508760" indent="0">
              <a:buNone/>
              <a:defRPr sz="2970" b="1"/>
            </a:lvl3pPr>
            <a:lvl4pPr marL="2263140" indent="0">
              <a:buNone/>
              <a:defRPr sz="2640" b="1"/>
            </a:lvl4pPr>
            <a:lvl5pPr marL="3017520" indent="0">
              <a:buNone/>
              <a:defRPr sz="2640" b="1"/>
            </a:lvl5pPr>
            <a:lvl6pPr marL="3771900" indent="0">
              <a:buNone/>
              <a:defRPr sz="2640" b="1"/>
            </a:lvl6pPr>
            <a:lvl7pPr marL="4526280" indent="0">
              <a:buNone/>
              <a:defRPr sz="2640" b="1"/>
            </a:lvl7pPr>
            <a:lvl8pPr marL="5280660" indent="0">
              <a:buNone/>
              <a:defRPr sz="2640" b="1"/>
            </a:lvl8pPr>
            <a:lvl9pPr marL="6035040" indent="0">
              <a:buNone/>
              <a:defRPr sz="2640" b="1"/>
            </a:lvl9pPr>
          </a:lstStyle>
          <a:p>
            <a:pPr lvl="0"/>
            <a:r>
              <a:rPr lang="en-US"/>
              <a:t>Click to edit Master text styles</a:t>
            </a:r>
          </a:p>
        </p:txBody>
      </p:sp>
      <p:sp>
        <p:nvSpPr>
          <p:cNvPr id="8" name="Text Placeholder 3"/>
          <p:cNvSpPr>
            <a:spLocks noGrp="1"/>
          </p:cNvSpPr>
          <p:nvPr>
            <p:ph type="body" sz="half" idx="15"/>
          </p:nvPr>
        </p:nvSpPr>
        <p:spPr>
          <a:xfrm>
            <a:off x="2381110" y="5657850"/>
            <a:ext cx="5137348" cy="7896544"/>
          </a:xfrm>
        </p:spPr>
        <p:txBody>
          <a:bodyPr anchor="t">
            <a:normAutofit/>
          </a:bodyPr>
          <a:lstStyle>
            <a:lvl1pPr marL="0" indent="0">
              <a:buNone/>
              <a:defRPr sz="2310"/>
            </a:lvl1pPr>
            <a:lvl2pPr marL="754380" indent="0">
              <a:buNone/>
              <a:defRPr sz="1980"/>
            </a:lvl2pPr>
            <a:lvl3pPr marL="1508760" indent="0">
              <a:buNone/>
              <a:defRPr sz="1650"/>
            </a:lvl3pPr>
            <a:lvl4pPr marL="2263140" indent="0">
              <a:buNone/>
              <a:defRPr sz="1485"/>
            </a:lvl4pPr>
            <a:lvl5pPr marL="3017520" indent="0">
              <a:buNone/>
              <a:defRPr sz="1485"/>
            </a:lvl5pPr>
            <a:lvl6pPr marL="3771900" indent="0">
              <a:buNone/>
              <a:defRPr sz="1485"/>
            </a:lvl6pPr>
            <a:lvl7pPr marL="4526280" indent="0">
              <a:buNone/>
              <a:defRPr sz="1485"/>
            </a:lvl7pPr>
            <a:lvl8pPr marL="5280660" indent="0">
              <a:buNone/>
              <a:defRPr sz="1485"/>
            </a:lvl8pPr>
            <a:lvl9pPr marL="6035040" indent="0">
              <a:buNone/>
              <a:defRPr sz="1485"/>
            </a:lvl9pPr>
          </a:lstStyle>
          <a:p>
            <a:pPr lvl="0"/>
            <a:r>
              <a:rPr lang="en-US"/>
              <a:t>Click to edit Master text styles</a:t>
            </a:r>
          </a:p>
        </p:txBody>
      </p:sp>
      <p:sp>
        <p:nvSpPr>
          <p:cNvPr id="9" name="Text Placeholder 4"/>
          <p:cNvSpPr>
            <a:spLocks noGrp="1"/>
          </p:cNvSpPr>
          <p:nvPr>
            <p:ph type="body" sz="quarter" idx="3"/>
          </p:nvPr>
        </p:nvSpPr>
        <p:spPr>
          <a:xfrm>
            <a:off x="8051693" y="4149090"/>
            <a:ext cx="5152951" cy="1267776"/>
          </a:xfrm>
        </p:spPr>
        <p:txBody>
          <a:bodyPr vert="horz" lIns="91440" tIns="45720" rIns="91440" bIns="45720" rtlCol="0" anchor="b">
            <a:noAutofit/>
          </a:bodyPr>
          <a:lstStyle>
            <a:lvl1pPr>
              <a:buNone/>
              <a:defRPr lang="en-US" sz="396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8033171" y="5657850"/>
            <a:ext cx="5171471" cy="7896544"/>
          </a:xfrm>
        </p:spPr>
        <p:txBody>
          <a:bodyPr anchor="t">
            <a:normAutofit/>
          </a:bodyPr>
          <a:lstStyle>
            <a:lvl1pPr marL="0" indent="0">
              <a:buNone/>
              <a:defRPr sz="2310"/>
            </a:lvl1pPr>
            <a:lvl2pPr marL="754380" indent="0">
              <a:buNone/>
              <a:defRPr sz="1980"/>
            </a:lvl2pPr>
            <a:lvl3pPr marL="1508760" indent="0">
              <a:buNone/>
              <a:defRPr sz="1650"/>
            </a:lvl3pPr>
            <a:lvl4pPr marL="2263140" indent="0">
              <a:buNone/>
              <a:defRPr sz="1485"/>
            </a:lvl4pPr>
            <a:lvl5pPr marL="3017520" indent="0">
              <a:buNone/>
              <a:defRPr sz="1485"/>
            </a:lvl5pPr>
            <a:lvl6pPr marL="3771900" indent="0">
              <a:buNone/>
              <a:defRPr sz="1485"/>
            </a:lvl6pPr>
            <a:lvl7pPr marL="4526280" indent="0">
              <a:buNone/>
              <a:defRPr sz="1485"/>
            </a:lvl7pPr>
            <a:lvl8pPr marL="5280660" indent="0">
              <a:buNone/>
              <a:defRPr sz="1485"/>
            </a:lvl8pPr>
            <a:lvl9pPr marL="6035040" indent="0">
              <a:buNone/>
              <a:defRPr sz="1485"/>
            </a:lvl9pPr>
          </a:lstStyle>
          <a:p>
            <a:pPr lvl="0"/>
            <a:r>
              <a:rPr lang="en-US"/>
              <a:t>Click to edit Master text styles</a:t>
            </a:r>
          </a:p>
        </p:txBody>
      </p:sp>
      <p:sp>
        <p:nvSpPr>
          <p:cNvPr id="11" name="Text Placeholder 4"/>
          <p:cNvSpPr>
            <a:spLocks noGrp="1"/>
          </p:cNvSpPr>
          <p:nvPr>
            <p:ph type="body" sz="quarter" idx="13"/>
          </p:nvPr>
        </p:nvSpPr>
        <p:spPr>
          <a:xfrm>
            <a:off x="13739552" y="4149090"/>
            <a:ext cx="5145706" cy="1267776"/>
          </a:xfrm>
        </p:spPr>
        <p:txBody>
          <a:bodyPr vert="horz" lIns="91440" tIns="45720" rIns="91440" bIns="45720" rtlCol="0" anchor="b">
            <a:noAutofit/>
          </a:bodyPr>
          <a:lstStyle>
            <a:lvl1pPr>
              <a:buNone/>
              <a:defRPr lang="en-US" sz="396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13739552" y="5657850"/>
            <a:ext cx="5145706" cy="7896544"/>
          </a:xfrm>
        </p:spPr>
        <p:txBody>
          <a:bodyPr anchor="t">
            <a:normAutofit/>
          </a:bodyPr>
          <a:lstStyle>
            <a:lvl1pPr marL="0" indent="0">
              <a:buNone/>
              <a:defRPr sz="2310"/>
            </a:lvl1pPr>
            <a:lvl2pPr marL="754380" indent="0">
              <a:buNone/>
              <a:defRPr sz="1980"/>
            </a:lvl2pPr>
            <a:lvl3pPr marL="1508760" indent="0">
              <a:buNone/>
              <a:defRPr sz="1650"/>
            </a:lvl3pPr>
            <a:lvl4pPr marL="2263140" indent="0">
              <a:buNone/>
              <a:defRPr sz="1485"/>
            </a:lvl4pPr>
            <a:lvl5pPr marL="3017520" indent="0">
              <a:buNone/>
              <a:defRPr sz="1485"/>
            </a:lvl5pPr>
            <a:lvl6pPr marL="3771900" indent="0">
              <a:buNone/>
              <a:defRPr sz="1485"/>
            </a:lvl6pPr>
            <a:lvl7pPr marL="4526280" indent="0">
              <a:buNone/>
              <a:defRPr sz="1485"/>
            </a:lvl7pPr>
            <a:lvl8pPr marL="5280660" indent="0">
              <a:buNone/>
              <a:defRPr sz="1485"/>
            </a:lvl8pPr>
            <a:lvl9pPr marL="6035040" indent="0">
              <a:buNone/>
              <a:defRPr sz="1485"/>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C3649540-97AF-4BB8-BF1D-44EE7EB337A9}" type="datetimeFigureOut">
              <a:rPr lang="en-US" smtClean="0"/>
              <a:pPr>
                <a:defRPr/>
              </a:pPr>
              <a:t>1/2/2025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C8D161DD-CB27-4D32-93F1-1D522049FD1D}" type="slidenum">
              <a:rPr lang="en-US" smtClean="0"/>
              <a:pPr>
                <a:defRPr/>
              </a:pPr>
              <a:t>‹#›</a:t>
            </a:fld>
            <a:endParaRPr lang="en-US"/>
          </a:p>
        </p:txBody>
      </p:sp>
    </p:spTree>
    <p:extLst>
      <p:ext uri="{BB962C8B-B14F-4D97-AF65-F5344CB8AC3E}">
        <p14:creationId xmlns:p14="http://schemas.microsoft.com/office/powerpoint/2010/main" val="1960555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470998" y="803278"/>
            <a:ext cx="18454330" cy="2916239"/>
          </a:xfrm>
        </p:spPr>
        <p:txBody>
          <a:bodyPr/>
          <a:lstStyle/>
          <a:p>
            <a:r>
              <a:rPr lang="en-US"/>
              <a:t>Click to edit Master title style</a:t>
            </a:r>
            <a:endParaRPr lang="en-US" dirty="0"/>
          </a:p>
        </p:txBody>
      </p:sp>
      <p:sp>
        <p:nvSpPr>
          <p:cNvPr id="19" name="Text Placeholder 2"/>
          <p:cNvSpPr>
            <a:spLocks noGrp="1"/>
          </p:cNvSpPr>
          <p:nvPr>
            <p:ph type="body" idx="1"/>
          </p:nvPr>
        </p:nvSpPr>
        <p:spPr>
          <a:xfrm>
            <a:off x="2337740" y="9454507"/>
            <a:ext cx="5159636" cy="1267776"/>
          </a:xfrm>
        </p:spPr>
        <p:txBody>
          <a:bodyPr anchor="b">
            <a:noAutofit/>
          </a:bodyPr>
          <a:lstStyle>
            <a:lvl1pPr marL="0" indent="0">
              <a:buNone/>
              <a:defRPr sz="396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754380" indent="0">
              <a:buNone/>
              <a:defRPr sz="3300" b="1"/>
            </a:lvl2pPr>
            <a:lvl3pPr marL="1508760" indent="0">
              <a:buNone/>
              <a:defRPr sz="2970" b="1"/>
            </a:lvl3pPr>
            <a:lvl4pPr marL="2263140" indent="0">
              <a:buNone/>
              <a:defRPr sz="2640" b="1"/>
            </a:lvl4pPr>
            <a:lvl5pPr marL="3017520" indent="0">
              <a:buNone/>
              <a:defRPr sz="2640" b="1"/>
            </a:lvl5pPr>
            <a:lvl6pPr marL="3771900" indent="0">
              <a:buNone/>
              <a:defRPr sz="2640" b="1"/>
            </a:lvl6pPr>
            <a:lvl7pPr marL="4526280" indent="0">
              <a:buNone/>
              <a:defRPr sz="2640" b="1"/>
            </a:lvl7pPr>
            <a:lvl8pPr marL="5280660" indent="0">
              <a:buNone/>
              <a:defRPr sz="2640" b="1"/>
            </a:lvl8pPr>
            <a:lvl9pPr marL="6035040" indent="0">
              <a:buNone/>
              <a:defRPr sz="2640" b="1"/>
            </a:lvl9pPr>
          </a:lstStyle>
          <a:p>
            <a:pPr lvl="0"/>
            <a:r>
              <a:rPr lang="en-US"/>
              <a:t>Click to edit Master text styles</a:t>
            </a:r>
          </a:p>
        </p:txBody>
      </p:sp>
      <p:sp>
        <p:nvSpPr>
          <p:cNvPr id="20" name="Picture Placeholder 2"/>
          <p:cNvSpPr>
            <a:spLocks noGrp="1" noChangeAspect="1"/>
          </p:cNvSpPr>
          <p:nvPr>
            <p:ph type="pic" idx="15"/>
          </p:nvPr>
        </p:nvSpPr>
        <p:spPr>
          <a:xfrm>
            <a:off x="2337740" y="4963979"/>
            <a:ext cx="5159636" cy="3352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640"/>
            </a:lvl1pPr>
            <a:lvl2pPr marL="754380" indent="0">
              <a:buNone/>
              <a:defRPr sz="2640"/>
            </a:lvl2pPr>
            <a:lvl3pPr marL="1508760" indent="0">
              <a:buNone/>
              <a:defRPr sz="2640"/>
            </a:lvl3pPr>
            <a:lvl4pPr marL="2263140" indent="0">
              <a:buNone/>
              <a:defRPr sz="2640"/>
            </a:lvl4pPr>
            <a:lvl5pPr marL="3017520" indent="0">
              <a:buNone/>
              <a:defRPr sz="2640"/>
            </a:lvl5pPr>
            <a:lvl6pPr marL="3771900" indent="0">
              <a:buNone/>
              <a:defRPr sz="2640"/>
            </a:lvl6pPr>
            <a:lvl7pPr marL="4526280" indent="0">
              <a:buNone/>
              <a:defRPr sz="2640"/>
            </a:lvl7pPr>
            <a:lvl8pPr marL="5280660" indent="0">
              <a:buNone/>
              <a:defRPr sz="2640"/>
            </a:lvl8pPr>
            <a:lvl9pPr marL="6035040" indent="0">
              <a:buNone/>
              <a:defRPr sz="2640"/>
            </a:lvl9pPr>
          </a:lstStyle>
          <a:p>
            <a:r>
              <a:rPr lang="en-US"/>
              <a:t>Click icon to add picture</a:t>
            </a:r>
            <a:endParaRPr lang="en-US" dirty="0"/>
          </a:p>
        </p:txBody>
      </p:sp>
      <p:sp>
        <p:nvSpPr>
          <p:cNvPr id="21" name="Text Placeholder 3"/>
          <p:cNvSpPr>
            <a:spLocks noGrp="1"/>
          </p:cNvSpPr>
          <p:nvPr>
            <p:ph type="body" sz="half" idx="18"/>
          </p:nvPr>
        </p:nvSpPr>
        <p:spPr>
          <a:xfrm>
            <a:off x="2337740" y="10722286"/>
            <a:ext cx="5159636" cy="1450216"/>
          </a:xfrm>
        </p:spPr>
        <p:txBody>
          <a:bodyPr anchor="t">
            <a:normAutofit/>
          </a:bodyPr>
          <a:lstStyle>
            <a:lvl1pPr marL="0" indent="0">
              <a:buNone/>
              <a:defRPr sz="2310"/>
            </a:lvl1pPr>
            <a:lvl2pPr marL="754380" indent="0">
              <a:buNone/>
              <a:defRPr sz="1980"/>
            </a:lvl2pPr>
            <a:lvl3pPr marL="1508760" indent="0">
              <a:buNone/>
              <a:defRPr sz="1650"/>
            </a:lvl3pPr>
            <a:lvl4pPr marL="2263140" indent="0">
              <a:buNone/>
              <a:defRPr sz="1485"/>
            </a:lvl4pPr>
            <a:lvl5pPr marL="3017520" indent="0">
              <a:buNone/>
              <a:defRPr sz="1485"/>
            </a:lvl5pPr>
            <a:lvl6pPr marL="3771900" indent="0">
              <a:buNone/>
              <a:defRPr sz="1485"/>
            </a:lvl6pPr>
            <a:lvl7pPr marL="4526280" indent="0">
              <a:buNone/>
              <a:defRPr sz="1485"/>
            </a:lvl7pPr>
            <a:lvl8pPr marL="5280660" indent="0">
              <a:buNone/>
              <a:defRPr sz="1485"/>
            </a:lvl8pPr>
            <a:lvl9pPr marL="6035040" indent="0">
              <a:buNone/>
              <a:defRPr sz="1485"/>
            </a:lvl9pPr>
          </a:lstStyle>
          <a:p>
            <a:pPr lvl="0"/>
            <a:r>
              <a:rPr lang="en-US"/>
              <a:t>Click to edit Master text styles</a:t>
            </a:r>
          </a:p>
        </p:txBody>
      </p:sp>
      <p:sp>
        <p:nvSpPr>
          <p:cNvPr id="22" name="Text Placeholder 4"/>
          <p:cNvSpPr>
            <a:spLocks noGrp="1"/>
          </p:cNvSpPr>
          <p:nvPr>
            <p:ph type="body" sz="quarter" idx="3"/>
          </p:nvPr>
        </p:nvSpPr>
        <p:spPr>
          <a:xfrm>
            <a:off x="8018353" y="9454507"/>
            <a:ext cx="5142919" cy="1267776"/>
          </a:xfrm>
        </p:spPr>
        <p:txBody>
          <a:bodyPr anchor="b">
            <a:noAutofit/>
          </a:bodyPr>
          <a:lstStyle>
            <a:lvl1pPr marL="0" indent="0">
              <a:buNone/>
              <a:defRPr sz="396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754380" indent="0">
              <a:buNone/>
              <a:defRPr sz="3300" b="1"/>
            </a:lvl2pPr>
            <a:lvl3pPr marL="1508760" indent="0">
              <a:buNone/>
              <a:defRPr sz="2970" b="1"/>
            </a:lvl3pPr>
            <a:lvl4pPr marL="2263140" indent="0">
              <a:buNone/>
              <a:defRPr sz="2640" b="1"/>
            </a:lvl4pPr>
            <a:lvl5pPr marL="3017520" indent="0">
              <a:buNone/>
              <a:defRPr sz="2640" b="1"/>
            </a:lvl5pPr>
            <a:lvl6pPr marL="3771900" indent="0">
              <a:buNone/>
              <a:defRPr sz="2640" b="1"/>
            </a:lvl6pPr>
            <a:lvl7pPr marL="4526280" indent="0">
              <a:buNone/>
              <a:defRPr sz="2640" b="1"/>
            </a:lvl7pPr>
            <a:lvl8pPr marL="5280660" indent="0">
              <a:buNone/>
              <a:defRPr sz="2640" b="1"/>
            </a:lvl8pPr>
            <a:lvl9pPr marL="6035040" indent="0">
              <a:buNone/>
              <a:defRPr sz="2640" b="1"/>
            </a:lvl9pPr>
          </a:lstStyle>
          <a:p>
            <a:pPr lvl="0"/>
            <a:r>
              <a:rPr lang="en-US"/>
              <a:t>Click to edit Master text styles</a:t>
            </a:r>
          </a:p>
        </p:txBody>
      </p:sp>
      <p:sp>
        <p:nvSpPr>
          <p:cNvPr id="23" name="Picture Placeholder 2"/>
          <p:cNvSpPr>
            <a:spLocks noGrp="1" noChangeAspect="1"/>
          </p:cNvSpPr>
          <p:nvPr>
            <p:ph type="pic" idx="21"/>
          </p:nvPr>
        </p:nvSpPr>
        <p:spPr>
          <a:xfrm>
            <a:off x="8018350" y="4963979"/>
            <a:ext cx="5142919" cy="3352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640"/>
            </a:lvl1pPr>
            <a:lvl2pPr marL="754380" indent="0">
              <a:buNone/>
              <a:defRPr sz="2640"/>
            </a:lvl2pPr>
            <a:lvl3pPr marL="1508760" indent="0">
              <a:buNone/>
              <a:defRPr sz="2640"/>
            </a:lvl3pPr>
            <a:lvl4pPr marL="2263140" indent="0">
              <a:buNone/>
              <a:defRPr sz="2640"/>
            </a:lvl4pPr>
            <a:lvl5pPr marL="3017520" indent="0">
              <a:buNone/>
              <a:defRPr sz="2640"/>
            </a:lvl5pPr>
            <a:lvl6pPr marL="3771900" indent="0">
              <a:buNone/>
              <a:defRPr sz="2640"/>
            </a:lvl6pPr>
            <a:lvl7pPr marL="4526280" indent="0">
              <a:buNone/>
              <a:defRPr sz="2640"/>
            </a:lvl7pPr>
            <a:lvl8pPr marL="5280660" indent="0">
              <a:buNone/>
              <a:defRPr sz="2640"/>
            </a:lvl8pPr>
            <a:lvl9pPr marL="6035040" indent="0">
              <a:buNone/>
              <a:defRPr sz="2640"/>
            </a:lvl9pPr>
          </a:lstStyle>
          <a:p>
            <a:r>
              <a:rPr lang="en-US"/>
              <a:t>Click icon to add picture</a:t>
            </a:r>
            <a:endParaRPr lang="en-US" dirty="0"/>
          </a:p>
        </p:txBody>
      </p:sp>
      <p:sp>
        <p:nvSpPr>
          <p:cNvPr id="24" name="Text Placeholder 3"/>
          <p:cNvSpPr>
            <a:spLocks noGrp="1"/>
          </p:cNvSpPr>
          <p:nvPr>
            <p:ph type="body" sz="half" idx="19"/>
          </p:nvPr>
        </p:nvSpPr>
        <p:spPr>
          <a:xfrm>
            <a:off x="8015978" y="10722284"/>
            <a:ext cx="5149731" cy="1450216"/>
          </a:xfrm>
        </p:spPr>
        <p:txBody>
          <a:bodyPr anchor="t">
            <a:normAutofit/>
          </a:bodyPr>
          <a:lstStyle>
            <a:lvl1pPr marL="0" indent="0">
              <a:buNone/>
              <a:defRPr sz="2310"/>
            </a:lvl1pPr>
            <a:lvl2pPr marL="754380" indent="0">
              <a:buNone/>
              <a:defRPr sz="1980"/>
            </a:lvl2pPr>
            <a:lvl3pPr marL="1508760" indent="0">
              <a:buNone/>
              <a:defRPr sz="1650"/>
            </a:lvl3pPr>
            <a:lvl4pPr marL="2263140" indent="0">
              <a:buNone/>
              <a:defRPr sz="1485"/>
            </a:lvl4pPr>
            <a:lvl5pPr marL="3017520" indent="0">
              <a:buNone/>
              <a:defRPr sz="1485"/>
            </a:lvl5pPr>
            <a:lvl6pPr marL="3771900" indent="0">
              <a:buNone/>
              <a:defRPr sz="1485"/>
            </a:lvl6pPr>
            <a:lvl7pPr marL="4526280" indent="0">
              <a:buNone/>
              <a:defRPr sz="1485"/>
            </a:lvl7pPr>
            <a:lvl8pPr marL="5280660" indent="0">
              <a:buNone/>
              <a:defRPr sz="1485"/>
            </a:lvl8pPr>
            <a:lvl9pPr marL="6035040" indent="0">
              <a:buNone/>
              <a:defRPr sz="1485"/>
            </a:lvl9pPr>
          </a:lstStyle>
          <a:p>
            <a:pPr lvl="0"/>
            <a:r>
              <a:rPr lang="en-US"/>
              <a:t>Click to edit Master text styles</a:t>
            </a:r>
          </a:p>
        </p:txBody>
      </p:sp>
      <p:sp>
        <p:nvSpPr>
          <p:cNvPr id="25" name="Text Placeholder 4"/>
          <p:cNvSpPr>
            <a:spLocks noGrp="1"/>
          </p:cNvSpPr>
          <p:nvPr>
            <p:ph type="body" sz="quarter" idx="13"/>
          </p:nvPr>
        </p:nvSpPr>
        <p:spPr>
          <a:xfrm>
            <a:off x="13696181" y="9454507"/>
            <a:ext cx="5145706" cy="1267776"/>
          </a:xfrm>
        </p:spPr>
        <p:txBody>
          <a:bodyPr anchor="b">
            <a:noAutofit/>
          </a:bodyPr>
          <a:lstStyle>
            <a:lvl1pPr marL="0" indent="0">
              <a:buNone/>
              <a:defRPr sz="396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754380" indent="0">
              <a:buNone/>
              <a:defRPr sz="3300" b="1"/>
            </a:lvl2pPr>
            <a:lvl3pPr marL="1508760" indent="0">
              <a:buNone/>
              <a:defRPr sz="2970" b="1"/>
            </a:lvl3pPr>
            <a:lvl4pPr marL="2263140" indent="0">
              <a:buNone/>
              <a:defRPr sz="2640" b="1"/>
            </a:lvl4pPr>
            <a:lvl5pPr marL="3017520" indent="0">
              <a:buNone/>
              <a:defRPr sz="2640" b="1"/>
            </a:lvl5pPr>
            <a:lvl6pPr marL="3771900" indent="0">
              <a:buNone/>
              <a:defRPr sz="2640" b="1"/>
            </a:lvl6pPr>
            <a:lvl7pPr marL="4526280" indent="0">
              <a:buNone/>
              <a:defRPr sz="2640" b="1"/>
            </a:lvl7pPr>
            <a:lvl8pPr marL="5280660" indent="0">
              <a:buNone/>
              <a:defRPr sz="2640" b="1"/>
            </a:lvl8pPr>
            <a:lvl9pPr marL="6035040" indent="0">
              <a:buNone/>
              <a:defRPr sz="2640" b="1"/>
            </a:lvl9pPr>
          </a:lstStyle>
          <a:p>
            <a:pPr lvl="0"/>
            <a:r>
              <a:rPr lang="en-US"/>
              <a:t>Click to edit Master text styles</a:t>
            </a:r>
          </a:p>
        </p:txBody>
      </p:sp>
      <p:sp>
        <p:nvSpPr>
          <p:cNvPr id="26" name="Picture Placeholder 2"/>
          <p:cNvSpPr>
            <a:spLocks noGrp="1" noChangeAspect="1"/>
          </p:cNvSpPr>
          <p:nvPr>
            <p:ph type="pic" idx="22"/>
          </p:nvPr>
        </p:nvSpPr>
        <p:spPr>
          <a:xfrm>
            <a:off x="13696179" y="4963979"/>
            <a:ext cx="5145706" cy="3352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640"/>
            </a:lvl1pPr>
            <a:lvl2pPr marL="754380" indent="0">
              <a:buNone/>
              <a:defRPr sz="2640"/>
            </a:lvl2pPr>
            <a:lvl3pPr marL="1508760" indent="0">
              <a:buNone/>
              <a:defRPr sz="2640"/>
            </a:lvl3pPr>
            <a:lvl4pPr marL="2263140" indent="0">
              <a:buNone/>
              <a:defRPr sz="2640"/>
            </a:lvl4pPr>
            <a:lvl5pPr marL="3017520" indent="0">
              <a:buNone/>
              <a:defRPr sz="2640"/>
            </a:lvl5pPr>
            <a:lvl6pPr marL="3771900" indent="0">
              <a:buNone/>
              <a:defRPr sz="2640"/>
            </a:lvl6pPr>
            <a:lvl7pPr marL="4526280" indent="0">
              <a:buNone/>
              <a:defRPr sz="2640"/>
            </a:lvl7pPr>
            <a:lvl8pPr marL="5280660" indent="0">
              <a:buNone/>
              <a:defRPr sz="2640"/>
            </a:lvl8pPr>
            <a:lvl9pPr marL="6035040" indent="0">
              <a:buNone/>
              <a:defRPr sz="2640"/>
            </a:lvl9pPr>
          </a:lstStyle>
          <a:p>
            <a:r>
              <a:rPr lang="en-US"/>
              <a:t>Click icon to add picture</a:t>
            </a:r>
            <a:endParaRPr lang="en-US" dirty="0"/>
          </a:p>
        </p:txBody>
      </p:sp>
      <p:sp>
        <p:nvSpPr>
          <p:cNvPr id="27" name="Text Placeholder 3"/>
          <p:cNvSpPr>
            <a:spLocks noGrp="1"/>
          </p:cNvSpPr>
          <p:nvPr>
            <p:ph type="body" sz="half" idx="20"/>
          </p:nvPr>
        </p:nvSpPr>
        <p:spPr>
          <a:xfrm>
            <a:off x="13695960" y="10722280"/>
            <a:ext cx="5152522" cy="1450216"/>
          </a:xfrm>
        </p:spPr>
        <p:txBody>
          <a:bodyPr anchor="t">
            <a:normAutofit/>
          </a:bodyPr>
          <a:lstStyle>
            <a:lvl1pPr marL="0" indent="0">
              <a:buNone/>
              <a:defRPr sz="2310"/>
            </a:lvl1pPr>
            <a:lvl2pPr marL="754380" indent="0">
              <a:buNone/>
              <a:defRPr sz="1980"/>
            </a:lvl2pPr>
            <a:lvl3pPr marL="1508760" indent="0">
              <a:buNone/>
              <a:defRPr sz="1650"/>
            </a:lvl3pPr>
            <a:lvl4pPr marL="2263140" indent="0">
              <a:buNone/>
              <a:defRPr sz="1485"/>
            </a:lvl4pPr>
            <a:lvl5pPr marL="3017520" indent="0">
              <a:buNone/>
              <a:defRPr sz="1485"/>
            </a:lvl5pPr>
            <a:lvl6pPr marL="3771900" indent="0">
              <a:buNone/>
              <a:defRPr sz="1485"/>
            </a:lvl6pPr>
            <a:lvl7pPr marL="4526280" indent="0">
              <a:buNone/>
              <a:defRPr sz="1485"/>
            </a:lvl7pPr>
            <a:lvl8pPr marL="5280660" indent="0">
              <a:buNone/>
              <a:defRPr sz="1485"/>
            </a:lvl8pPr>
            <a:lvl9pPr marL="6035040" indent="0">
              <a:buNone/>
              <a:defRPr sz="1485"/>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C3649540-97AF-4BB8-BF1D-44EE7EB337A9}" type="datetimeFigureOut">
              <a:rPr lang="en-US" smtClean="0"/>
              <a:pPr>
                <a:defRPr/>
              </a:pPr>
              <a:t>1/2/2025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C8D161DD-CB27-4D32-93F1-1D522049FD1D}" type="slidenum">
              <a:rPr lang="en-US" smtClean="0"/>
              <a:pPr>
                <a:defRPr/>
              </a:pPr>
              <a:t>‹#›</a:t>
            </a:fld>
            <a:endParaRPr lang="en-US"/>
          </a:p>
        </p:txBody>
      </p:sp>
    </p:spTree>
    <p:extLst>
      <p:ext uri="{BB962C8B-B14F-4D97-AF65-F5344CB8AC3E}">
        <p14:creationId xmlns:p14="http://schemas.microsoft.com/office/powerpoint/2010/main" val="12689835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96F35837-7092-45D4-8203-1DECF2FA5DEF}" type="datetimeFigureOut">
              <a:rPr lang="en-US" smtClean="0"/>
              <a:pPr>
                <a:defRPr/>
              </a:pPr>
              <a:t>1/2/2025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64D52EC-F445-4909-BEE7-D61A89EDE60E}" type="slidenum">
              <a:rPr lang="en-US" smtClean="0"/>
              <a:pPr>
                <a:defRPr/>
              </a:pPr>
              <a:t>‹#›</a:t>
            </a:fld>
            <a:endParaRPr lang="en-US"/>
          </a:p>
        </p:txBody>
      </p:sp>
    </p:spTree>
    <p:extLst>
      <p:ext uri="{BB962C8B-B14F-4D97-AF65-F5344CB8AC3E}">
        <p14:creationId xmlns:p14="http://schemas.microsoft.com/office/powerpoint/2010/main" val="31074559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11746" y="803275"/>
            <a:ext cx="4613583" cy="127860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998" y="803275"/>
            <a:ext cx="13573294" cy="127860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F62A16A-F627-46B0-B05E-C9F55505C59C}" type="datetimeFigureOut">
              <a:rPr lang="en-US" smtClean="0"/>
              <a:pPr>
                <a:defRPr/>
              </a:pPr>
              <a:t>1/2/2025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A913833-D753-453C-8296-ABA66C37EEE1}" type="slidenum">
              <a:rPr lang="en-US" smtClean="0"/>
              <a:pPr>
                <a:defRPr/>
              </a:pPr>
              <a:t>‹#›</a:t>
            </a:fld>
            <a:endParaRPr lang="en-US"/>
          </a:p>
        </p:txBody>
      </p:sp>
    </p:spTree>
    <p:extLst>
      <p:ext uri="{BB962C8B-B14F-4D97-AF65-F5344CB8AC3E}">
        <p14:creationId xmlns:p14="http://schemas.microsoft.com/office/powerpoint/2010/main" val="175427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998" y="803278"/>
            <a:ext cx="18454330" cy="291623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65542" y="4016375"/>
            <a:ext cx="17959786" cy="95729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997" y="13983973"/>
            <a:ext cx="4814173" cy="803275"/>
          </a:xfrm>
          <a:prstGeom prst="rect">
            <a:avLst/>
          </a:prstGeom>
        </p:spPr>
        <p:txBody>
          <a:bodyPr vert="horz" lIns="91440" tIns="45720" rIns="91440" bIns="45720" rtlCol="0" anchor="ctr"/>
          <a:lstStyle>
            <a:lvl1pPr algn="l">
              <a:defRPr sz="198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fld id="{C3649540-97AF-4BB8-BF1D-44EE7EB337A9}" type="datetimeFigureOut">
              <a:rPr lang="en-US" smtClean="0"/>
              <a:pPr>
                <a:defRPr/>
              </a:pPr>
              <a:t>1/2/2025</a:t>
            </a:fld>
            <a:endParaRPr lang="en-US"/>
          </a:p>
        </p:txBody>
      </p:sp>
      <p:sp>
        <p:nvSpPr>
          <p:cNvPr id="5" name="Footer Placeholder 4"/>
          <p:cNvSpPr>
            <a:spLocks noGrp="1"/>
          </p:cNvSpPr>
          <p:nvPr>
            <p:ph type="ftr" sz="quarter" idx="3"/>
          </p:nvPr>
        </p:nvSpPr>
        <p:spPr>
          <a:xfrm>
            <a:off x="7087533" y="13983973"/>
            <a:ext cx="7221260" cy="803275"/>
          </a:xfrm>
          <a:prstGeom prst="rect">
            <a:avLst/>
          </a:prstGeom>
        </p:spPr>
        <p:txBody>
          <a:bodyPr vert="horz" lIns="91440" tIns="45720" rIns="91440" bIns="45720" rtlCol="0" anchor="ctr"/>
          <a:lstStyle>
            <a:lvl1pPr algn="ctr">
              <a:defRPr sz="198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endParaRPr lang="en-US"/>
          </a:p>
        </p:txBody>
      </p:sp>
      <p:sp>
        <p:nvSpPr>
          <p:cNvPr id="6" name="Slide Number Placeholder 5"/>
          <p:cNvSpPr>
            <a:spLocks noGrp="1"/>
          </p:cNvSpPr>
          <p:nvPr>
            <p:ph type="sldNum" sz="quarter" idx="4"/>
          </p:nvPr>
        </p:nvSpPr>
        <p:spPr>
          <a:xfrm>
            <a:off x="15111155" y="13983973"/>
            <a:ext cx="4814173" cy="803275"/>
          </a:xfrm>
          <a:prstGeom prst="rect">
            <a:avLst/>
          </a:prstGeom>
        </p:spPr>
        <p:txBody>
          <a:bodyPr vert="horz" lIns="91440" tIns="45720" rIns="91440" bIns="45720" rtlCol="0" anchor="ctr"/>
          <a:lstStyle>
            <a:lvl1pPr algn="r">
              <a:defRPr sz="198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fld id="{C8D161DD-CB27-4D32-93F1-1D522049FD1D}" type="slidenum">
              <a:rPr lang="en-US" smtClean="0"/>
              <a:pPr>
                <a:defRPr/>
              </a:pPr>
              <a:t>‹#›</a:t>
            </a:fld>
            <a:endParaRPr lang="en-US"/>
          </a:p>
        </p:txBody>
      </p:sp>
    </p:spTree>
    <p:extLst>
      <p:ext uri="{BB962C8B-B14F-4D97-AF65-F5344CB8AC3E}">
        <p14:creationId xmlns:p14="http://schemas.microsoft.com/office/powerpoint/2010/main" val="4043465644"/>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1508760" rtl="0" eaLnBrk="1" latinLnBrk="0" hangingPunct="1">
        <a:lnSpc>
          <a:spcPct val="90000"/>
        </a:lnSpc>
        <a:spcBef>
          <a:spcPct val="0"/>
        </a:spcBef>
        <a:buNone/>
        <a:defRPr sz="968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377190" indent="-377190" algn="l" defTabSz="1508760" rtl="0" eaLnBrk="1" latinLnBrk="0" hangingPunct="1">
        <a:lnSpc>
          <a:spcPct val="90000"/>
        </a:lnSpc>
        <a:spcBef>
          <a:spcPts val="1650"/>
        </a:spcBef>
        <a:buFont typeface="Arial" panose="020B0604020202020204" pitchFamily="34" charset="0"/>
        <a:buChar char="•"/>
        <a:defRPr sz="528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1131570" indent="-377190" algn="l" defTabSz="1508760" rtl="0" eaLnBrk="1" latinLnBrk="0" hangingPunct="1">
        <a:lnSpc>
          <a:spcPct val="90000"/>
        </a:lnSpc>
        <a:spcBef>
          <a:spcPts val="825"/>
        </a:spcBef>
        <a:buFont typeface="Arial" panose="020B0604020202020204" pitchFamily="34" charset="0"/>
        <a:buChar char="•"/>
        <a:defRPr sz="4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885950" indent="-377190" algn="l" defTabSz="1508760" rtl="0" eaLnBrk="1" latinLnBrk="0" hangingPunct="1">
        <a:lnSpc>
          <a:spcPct val="90000"/>
        </a:lnSpc>
        <a:spcBef>
          <a:spcPts val="825"/>
        </a:spcBef>
        <a:buFont typeface="Arial" panose="020B0604020202020204" pitchFamily="34" charset="0"/>
        <a:buChar char="•"/>
        <a:defRPr sz="352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2640330" indent="-377190" algn="l" defTabSz="1508760" rtl="0" eaLnBrk="1" latinLnBrk="0" hangingPunct="1">
        <a:lnSpc>
          <a:spcPct val="90000"/>
        </a:lnSpc>
        <a:spcBef>
          <a:spcPts val="825"/>
        </a:spcBef>
        <a:buFont typeface="Arial" panose="020B0604020202020204" pitchFamily="34" charset="0"/>
        <a:buChar char="•"/>
        <a:defRPr sz="308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3394710" indent="-377190" algn="l" defTabSz="1508760" rtl="0" eaLnBrk="1" latinLnBrk="0" hangingPunct="1">
        <a:lnSpc>
          <a:spcPct val="90000"/>
        </a:lnSpc>
        <a:spcBef>
          <a:spcPts val="825"/>
        </a:spcBef>
        <a:buFont typeface="Arial" panose="020B0604020202020204" pitchFamily="34" charset="0"/>
        <a:buChar char="•"/>
        <a:defRPr sz="308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4149090" indent="-377190" algn="l" defTabSz="1508760" rtl="0" eaLnBrk="1" latinLnBrk="0" hangingPunct="1">
        <a:lnSpc>
          <a:spcPct val="90000"/>
        </a:lnSpc>
        <a:spcBef>
          <a:spcPts val="825"/>
        </a:spcBef>
        <a:buFont typeface="Arial" panose="020B0604020202020204" pitchFamily="34" charset="0"/>
        <a:buChar char="•"/>
        <a:defRPr sz="2970" kern="1200">
          <a:solidFill>
            <a:schemeClr val="tx1"/>
          </a:solidFill>
          <a:latin typeface="+mn-lt"/>
          <a:ea typeface="+mn-ea"/>
          <a:cs typeface="+mn-cs"/>
        </a:defRPr>
      </a:lvl6pPr>
      <a:lvl7pPr marL="4903470" indent="-377190" algn="l" defTabSz="1508760" rtl="0" eaLnBrk="1" latinLnBrk="0" hangingPunct="1">
        <a:lnSpc>
          <a:spcPct val="90000"/>
        </a:lnSpc>
        <a:spcBef>
          <a:spcPts val="825"/>
        </a:spcBef>
        <a:buFont typeface="Arial" panose="020B0604020202020204" pitchFamily="34" charset="0"/>
        <a:buChar char="•"/>
        <a:defRPr sz="2970" kern="1200">
          <a:solidFill>
            <a:schemeClr val="tx1"/>
          </a:solidFill>
          <a:latin typeface="+mn-lt"/>
          <a:ea typeface="+mn-ea"/>
          <a:cs typeface="+mn-cs"/>
        </a:defRPr>
      </a:lvl7pPr>
      <a:lvl8pPr marL="5657850" indent="-377190" algn="l" defTabSz="1508760" rtl="0" eaLnBrk="1" latinLnBrk="0" hangingPunct="1">
        <a:lnSpc>
          <a:spcPct val="90000"/>
        </a:lnSpc>
        <a:spcBef>
          <a:spcPts val="825"/>
        </a:spcBef>
        <a:buFont typeface="Arial" panose="020B0604020202020204" pitchFamily="34" charset="0"/>
        <a:buChar char="•"/>
        <a:defRPr sz="2970" kern="1200">
          <a:solidFill>
            <a:schemeClr val="tx1"/>
          </a:solidFill>
          <a:latin typeface="+mn-lt"/>
          <a:ea typeface="+mn-ea"/>
          <a:cs typeface="+mn-cs"/>
        </a:defRPr>
      </a:lvl8pPr>
      <a:lvl9pPr marL="6412230" indent="-377190" algn="l" defTabSz="1508760" rtl="0" eaLnBrk="1" latinLnBrk="0" hangingPunct="1">
        <a:lnSpc>
          <a:spcPct val="90000"/>
        </a:lnSpc>
        <a:spcBef>
          <a:spcPts val="825"/>
        </a:spcBef>
        <a:buFont typeface="Arial" panose="020B0604020202020204" pitchFamily="34" charset="0"/>
        <a:buChar char="•"/>
        <a:defRPr sz="2970" kern="1200">
          <a:solidFill>
            <a:schemeClr val="tx1"/>
          </a:solidFill>
          <a:latin typeface="+mn-lt"/>
          <a:ea typeface="+mn-ea"/>
          <a:cs typeface="+mn-cs"/>
        </a:defRPr>
      </a:lvl9pPr>
    </p:bodyStyle>
    <p:otherStyle>
      <a:defPPr>
        <a:defRPr lang="en-US"/>
      </a:defPPr>
      <a:lvl1pPr marL="0" algn="l" defTabSz="1508760" rtl="0" eaLnBrk="1" latinLnBrk="0" hangingPunct="1">
        <a:defRPr sz="2970" kern="1200">
          <a:solidFill>
            <a:schemeClr val="tx1"/>
          </a:solidFill>
          <a:latin typeface="+mn-lt"/>
          <a:ea typeface="+mn-ea"/>
          <a:cs typeface="+mn-cs"/>
        </a:defRPr>
      </a:lvl1pPr>
      <a:lvl2pPr marL="754380" algn="l" defTabSz="1508760" rtl="0" eaLnBrk="1" latinLnBrk="0" hangingPunct="1">
        <a:defRPr sz="2970" kern="1200">
          <a:solidFill>
            <a:schemeClr val="tx1"/>
          </a:solidFill>
          <a:latin typeface="+mn-lt"/>
          <a:ea typeface="+mn-ea"/>
          <a:cs typeface="+mn-cs"/>
        </a:defRPr>
      </a:lvl2pPr>
      <a:lvl3pPr marL="1508760" algn="l" defTabSz="1508760" rtl="0" eaLnBrk="1" latinLnBrk="0" hangingPunct="1">
        <a:defRPr sz="2970" kern="1200">
          <a:solidFill>
            <a:schemeClr val="tx1"/>
          </a:solidFill>
          <a:latin typeface="+mn-lt"/>
          <a:ea typeface="+mn-ea"/>
          <a:cs typeface="+mn-cs"/>
        </a:defRPr>
      </a:lvl3pPr>
      <a:lvl4pPr marL="2263140" algn="l" defTabSz="1508760" rtl="0" eaLnBrk="1" latinLnBrk="0" hangingPunct="1">
        <a:defRPr sz="2970" kern="1200">
          <a:solidFill>
            <a:schemeClr val="tx1"/>
          </a:solidFill>
          <a:latin typeface="+mn-lt"/>
          <a:ea typeface="+mn-ea"/>
          <a:cs typeface="+mn-cs"/>
        </a:defRPr>
      </a:lvl4pPr>
      <a:lvl5pPr marL="3017520" algn="l" defTabSz="1508760" rtl="0" eaLnBrk="1" latinLnBrk="0" hangingPunct="1">
        <a:defRPr sz="2970" kern="1200">
          <a:solidFill>
            <a:schemeClr val="tx1"/>
          </a:solidFill>
          <a:latin typeface="+mn-lt"/>
          <a:ea typeface="+mn-ea"/>
          <a:cs typeface="+mn-cs"/>
        </a:defRPr>
      </a:lvl5pPr>
      <a:lvl6pPr marL="3771900" algn="l" defTabSz="1508760" rtl="0" eaLnBrk="1" latinLnBrk="0" hangingPunct="1">
        <a:defRPr sz="2970" kern="1200">
          <a:solidFill>
            <a:schemeClr val="tx1"/>
          </a:solidFill>
          <a:latin typeface="+mn-lt"/>
          <a:ea typeface="+mn-ea"/>
          <a:cs typeface="+mn-cs"/>
        </a:defRPr>
      </a:lvl6pPr>
      <a:lvl7pPr marL="4526280" algn="l" defTabSz="1508760" rtl="0" eaLnBrk="1" latinLnBrk="0" hangingPunct="1">
        <a:defRPr sz="2970" kern="1200">
          <a:solidFill>
            <a:schemeClr val="tx1"/>
          </a:solidFill>
          <a:latin typeface="+mn-lt"/>
          <a:ea typeface="+mn-ea"/>
          <a:cs typeface="+mn-cs"/>
        </a:defRPr>
      </a:lvl7pPr>
      <a:lvl8pPr marL="5280660" algn="l" defTabSz="1508760" rtl="0" eaLnBrk="1" latinLnBrk="0" hangingPunct="1">
        <a:defRPr sz="2970" kern="1200">
          <a:solidFill>
            <a:schemeClr val="tx1"/>
          </a:solidFill>
          <a:latin typeface="+mn-lt"/>
          <a:ea typeface="+mn-ea"/>
          <a:cs typeface="+mn-cs"/>
        </a:defRPr>
      </a:lvl8pPr>
      <a:lvl9pPr marL="6035040" algn="l" defTabSz="1508760" rtl="0" eaLnBrk="1" latinLnBrk="0" hangingPunct="1">
        <a:defRPr sz="29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 y="0"/>
            <a:ext cx="21396325" cy="310586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4584" tIns="32292" rIns="64584" bIns="32292" anchor="ctr"/>
          <a:lstStyle/>
          <a:p>
            <a:pPr algn="ctr" defTabSz="2077928">
              <a:defRPr/>
            </a:pPr>
            <a:endParaRPr lang="en-GB" sz="7100" dirty="0">
              <a:latin typeface="Bookman Old Style" pitchFamily="18" charset="0"/>
            </a:endParaRPr>
          </a:p>
          <a:p>
            <a:pPr algn="ctr" defTabSz="2077928">
              <a:defRPr/>
            </a:pPr>
            <a:r>
              <a:rPr lang="en-GB" sz="7100" b="1" dirty="0">
                <a:solidFill>
                  <a:srgbClr val="FF0000"/>
                </a:solidFill>
                <a:latin typeface="Bookman Old Style"/>
                <a:cs typeface="Times New Roman"/>
              </a:rPr>
              <a:t>                       </a:t>
            </a:r>
            <a:endParaRPr lang="en-IN" sz="4800" b="1" dirty="0">
              <a:solidFill>
                <a:srgbClr val="FF0000"/>
              </a:solidFill>
              <a:latin typeface="Times New Roman"/>
              <a:cs typeface="Times New Roman"/>
            </a:endParaRPr>
          </a:p>
          <a:p>
            <a:pPr algn="ctr" defTabSz="2077928">
              <a:defRPr/>
            </a:pPr>
            <a:r>
              <a:rPr lang="en-US" sz="4800" b="1" dirty="0">
                <a:solidFill>
                  <a:srgbClr val="FF0000"/>
                </a:solidFill>
                <a:latin typeface="Times New Roman"/>
                <a:cs typeface="Times New Roman"/>
              </a:rPr>
              <a:t>                                                </a:t>
            </a:r>
            <a:r>
              <a:rPr lang="en-US" sz="4800" b="1" dirty="0">
                <a:solidFill>
                  <a:schemeClr val="bg1"/>
                </a:solidFill>
                <a:latin typeface="Times New Roman"/>
                <a:cs typeface="Times New Roman"/>
              </a:rPr>
              <a:t>NOISE CANCELLATION IN ECG SIGNAL </a:t>
            </a:r>
            <a:endParaRPr lang="en-IN" sz="4800" b="1" dirty="0">
              <a:solidFill>
                <a:schemeClr val="bg1"/>
              </a:solidFill>
              <a:latin typeface="Times New Roman"/>
              <a:cs typeface="Times New Roman"/>
            </a:endParaRPr>
          </a:p>
          <a:p>
            <a:pPr algn="ctr" defTabSz="2077928">
              <a:defRPr/>
            </a:pPr>
            <a:r>
              <a:rPr lang="en-GB" sz="3600" dirty="0">
                <a:solidFill>
                  <a:schemeClr val="bg1"/>
                </a:solidFill>
                <a:latin typeface="Bookman Old Style"/>
              </a:rPr>
              <a:t>                                                 Names</a:t>
            </a:r>
            <a:r>
              <a:rPr kumimoji="0" lang="en-GB" sz="3600" b="0" i="0" u="none" strike="noStrike" kern="1200" cap="none" spc="0" normalizeH="0" baseline="0" noProof="0" dirty="0">
                <a:ln>
                  <a:noFill/>
                </a:ln>
                <a:solidFill>
                  <a:schemeClr val="bg1"/>
                </a:solidFill>
                <a:effectLst/>
                <a:uLnTx/>
                <a:uFillTx/>
                <a:latin typeface="Bookman Old Style"/>
              </a:rPr>
              <a:t> of students</a:t>
            </a:r>
            <a:r>
              <a:rPr lang="en-GB" sz="3600" dirty="0">
                <a:solidFill>
                  <a:schemeClr val="bg1"/>
                </a:solidFill>
                <a:latin typeface="Bookman Old Style"/>
              </a:rPr>
              <a:t>: Aksheta Patel, Bhagyashree Jainapur,</a:t>
            </a:r>
          </a:p>
          <a:p>
            <a:pPr algn="ctr" defTabSz="2077928">
              <a:defRPr/>
            </a:pPr>
            <a:r>
              <a:rPr lang="en-GB" sz="3600" dirty="0">
                <a:solidFill>
                  <a:schemeClr val="bg1"/>
                </a:solidFill>
                <a:latin typeface="Bookman Old Style"/>
              </a:rPr>
              <a:t>                                                              Chandrashekhar Bhavi, Pruthviraj Banoshi</a:t>
            </a:r>
            <a:endParaRPr lang="en-GB" sz="3600" b="0" i="0" u="none" strike="noStrike" kern="1200" cap="none" spc="0" normalizeH="0" baseline="0" noProof="0" dirty="0">
              <a:ln>
                <a:noFill/>
              </a:ln>
              <a:solidFill>
                <a:schemeClr val="bg1"/>
              </a:solidFill>
              <a:effectLst/>
              <a:uLnTx/>
              <a:uFillTx/>
              <a:latin typeface="Bookman Old Style"/>
            </a:endParaRPr>
          </a:p>
          <a:p>
            <a:pPr algn="ctr" defTabSz="2077928">
              <a:defRPr/>
            </a:pPr>
            <a:r>
              <a:rPr kumimoji="0" lang="en-GB" sz="3600" b="0" i="0" u="none" strike="noStrike" kern="1200" cap="none" spc="0" normalizeH="0" baseline="0" noProof="0" dirty="0">
                <a:ln>
                  <a:noFill/>
                </a:ln>
                <a:solidFill>
                  <a:schemeClr val="bg1"/>
                </a:solidFill>
                <a:effectLst/>
                <a:uLnTx/>
                <a:uFillTx/>
                <a:latin typeface="Bookman Old Style"/>
              </a:rPr>
              <a:t>                         </a:t>
            </a:r>
            <a:r>
              <a:rPr lang="en-GB" sz="3600" dirty="0">
                <a:solidFill>
                  <a:schemeClr val="bg1"/>
                </a:solidFill>
                <a:latin typeface="Bookman Old Style"/>
              </a:rPr>
              <a:t>                      </a:t>
            </a:r>
            <a:r>
              <a:rPr kumimoji="0" lang="en-GB" sz="3600" b="0" i="0" u="none" strike="noStrike" kern="1200" cap="none" spc="0" normalizeH="0" baseline="0" noProof="0" dirty="0">
                <a:ln>
                  <a:noFill/>
                </a:ln>
                <a:solidFill>
                  <a:schemeClr val="bg1"/>
                </a:solidFill>
                <a:effectLst/>
                <a:uLnTx/>
                <a:uFillTx/>
                <a:latin typeface="Bookman Old Style"/>
              </a:rPr>
              <a:t>Under guidance of : Dr. Prabhakar Manage</a:t>
            </a:r>
            <a:endParaRPr lang="en-GB" sz="3600" b="0" i="0" u="none" strike="noStrike" kern="1200" cap="none" spc="0" normalizeH="0" baseline="0" noProof="0" dirty="0">
              <a:ln>
                <a:noFill/>
              </a:ln>
              <a:solidFill>
                <a:schemeClr val="bg1"/>
              </a:solidFill>
              <a:effectLst/>
              <a:uLnTx/>
              <a:uFillTx/>
              <a:latin typeface="Bookman Old Style"/>
            </a:endParaRPr>
          </a:p>
          <a:p>
            <a:pPr algn="ctr" defTabSz="2077928">
              <a:defRPr/>
            </a:pPr>
            <a:r>
              <a:rPr lang="en-GB" sz="3200" dirty="0">
                <a:solidFill>
                  <a:srgbClr val="FFFFFF"/>
                </a:solidFill>
                <a:ea typeface="+mn-lt"/>
                <a:cs typeface="+mn-lt"/>
              </a:rPr>
              <a:t>                                                                                          </a:t>
            </a:r>
            <a:r>
              <a:rPr lang="en-GB" sz="3200" b="1" dirty="0">
                <a:solidFill>
                  <a:srgbClr val="FF0000"/>
                </a:solidFill>
                <a:latin typeface="Times New Roman"/>
                <a:ea typeface="+mn-lt"/>
                <a:cs typeface="+mn-lt"/>
              </a:rPr>
              <a:t>Department of Electronics and Communication Engineering </a:t>
            </a:r>
            <a:endParaRPr lang="en-GB" b="1" dirty="0">
              <a:solidFill>
                <a:srgbClr val="FF0000"/>
              </a:solidFill>
              <a:latin typeface="Times New Roman"/>
              <a:cs typeface="Times New Roman"/>
            </a:endParaRPr>
          </a:p>
          <a:p>
            <a:pPr algn="ctr" defTabSz="2077928">
              <a:spcBef>
                <a:spcPts val="0"/>
              </a:spcBef>
              <a:spcAft>
                <a:spcPts val="0"/>
              </a:spcAft>
              <a:defRPr/>
            </a:pPr>
            <a:endParaRPr lang="en-GB" sz="3200" dirty="0">
              <a:solidFill>
                <a:srgbClr val="FFFFFF"/>
              </a:solidFill>
              <a:latin typeface="Bookman Old Style" pitchFamily="18" charset="0"/>
            </a:endParaRPr>
          </a:p>
          <a:p>
            <a:pPr algn="ctr" defTabSz="2077928" fontAlgn="auto">
              <a:spcBef>
                <a:spcPts val="0"/>
              </a:spcBef>
              <a:spcAft>
                <a:spcPts val="0"/>
              </a:spcAft>
              <a:defRPr/>
            </a:pPr>
            <a:endParaRPr lang="en-GB" sz="3600" dirty="0">
              <a:latin typeface="Bookman Old Style" pitchFamily="18" charset="0"/>
            </a:endParaRPr>
          </a:p>
          <a:p>
            <a:pPr algn="ctr" defTabSz="2077928" fontAlgn="auto">
              <a:spcBef>
                <a:spcPts val="0"/>
              </a:spcBef>
              <a:spcAft>
                <a:spcPts val="0"/>
              </a:spcAft>
              <a:defRPr/>
            </a:pPr>
            <a:endParaRPr lang="en-US" sz="7100" dirty="0">
              <a:latin typeface="Bookman Old Style" pitchFamily="18" charset="0"/>
            </a:endParaRPr>
          </a:p>
        </p:txBody>
      </p:sp>
      <p:sp>
        <p:nvSpPr>
          <p:cNvPr id="2060" name="Text Box 25"/>
          <p:cNvSpPr txBox="1">
            <a:spLocks noChangeArrowheads="1"/>
          </p:cNvSpPr>
          <p:nvPr/>
        </p:nvSpPr>
        <p:spPr bwMode="auto">
          <a:xfrm>
            <a:off x="416213" y="5722356"/>
            <a:ext cx="6858000" cy="747730"/>
          </a:xfrm>
          <a:prstGeom prst="rect">
            <a:avLst/>
          </a:prstGeom>
          <a:solidFill>
            <a:schemeClr val="tx1"/>
          </a:solidFill>
          <a:ln w="9525">
            <a:noFill/>
            <a:prstDash val="sysDot"/>
            <a:miter lim="800000"/>
            <a:headEnd/>
            <a:tailEnd/>
          </a:ln>
        </p:spPr>
        <p:txBody>
          <a:bodyPr wrap="none" lIns="161460" tIns="161460" rIns="161460" bIns="161460" anchor="t" anchorCtr="1"/>
          <a:lstStyle/>
          <a:p>
            <a:pPr algn="ctr"/>
            <a:r>
              <a:rPr lang="en-US" sz="3600" b="1">
                <a:solidFill>
                  <a:srgbClr val="C00000"/>
                </a:solidFill>
                <a:latin typeface="Bookman Old Style" pitchFamily="18" charset="0"/>
                <a:cs typeface="Arial" pitchFamily="34" charset="0"/>
              </a:rPr>
              <a:t>Objectives</a:t>
            </a:r>
            <a:endParaRPr lang="en-US" sz="3400">
              <a:solidFill>
                <a:srgbClr val="C00000"/>
              </a:solidFill>
              <a:latin typeface="Bookman Old Style" pitchFamily="18" charset="0"/>
            </a:endParaRPr>
          </a:p>
        </p:txBody>
      </p:sp>
      <p:sp>
        <p:nvSpPr>
          <p:cNvPr id="2062" name="Text Box 25"/>
          <p:cNvSpPr txBox="1">
            <a:spLocks noChangeArrowheads="1"/>
          </p:cNvSpPr>
          <p:nvPr/>
        </p:nvSpPr>
        <p:spPr bwMode="auto">
          <a:xfrm>
            <a:off x="15066555" y="3237854"/>
            <a:ext cx="6019801" cy="533400"/>
          </a:xfrm>
          <a:prstGeom prst="rect">
            <a:avLst/>
          </a:prstGeom>
          <a:solidFill>
            <a:schemeClr val="tx1">
              <a:lumMod val="95000"/>
            </a:schemeClr>
          </a:solidFill>
          <a:ln w="9525">
            <a:noFill/>
            <a:prstDash val="sysDot"/>
            <a:miter lim="800000"/>
            <a:headEnd/>
            <a:tailEnd/>
          </a:ln>
        </p:spPr>
        <p:txBody>
          <a:bodyPr wrap="none" lIns="161460" tIns="161460" rIns="161460" bIns="161460" anchor="ctr" anchorCtr="1"/>
          <a:lstStyle/>
          <a:p>
            <a:pPr algn="ctr" defTabSz="3098800"/>
            <a:r>
              <a:rPr lang="en-GB" sz="3400">
                <a:latin typeface="Bookman Old Style" pitchFamily="18" charset="0"/>
              </a:rPr>
              <a:t>  </a:t>
            </a:r>
            <a:r>
              <a:rPr lang="en-GB" sz="3600" b="1">
                <a:solidFill>
                  <a:srgbClr val="C00000"/>
                </a:solidFill>
                <a:latin typeface="Bookman Old Style" pitchFamily="18" charset="0"/>
                <a:cs typeface="Arial" pitchFamily="34" charset="0"/>
              </a:rPr>
              <a:t>Results</a:t>
            </a:r>
            <a:endParaRPr lang="en-US" sz="3600" b="1">
              <a:solidFill>
                <a:srgbClr val="C00000"/>
              </a:solidFill>
              <a:latin typeface="Bookman Old Style" pitchFamily="18" charset="0"/>
              <a:cs typeface="Arial" pitchFamily="34" charset="0"/>
            </a:endParaRPr>
          </a:p>
        </p:txBody>
      </p:sp>
      <p:sp>
        <p:nvSpPr>
          <p:cNvPr id="250" name="Rectangle 249"/>
          <p:cNvSpPr/>
          <p:nvPr/>
        </p:nvSpPr>
        <p:spPr>
          <a:xfrm>
            <a:off x="424329" y="11448940"/>
            <a:ext cx="6781800" cy="646331"/>
          </a:xfrm>
          <a:prstGeom prst="rect">
            <a:avLst/>
          </a:prstGeom>
          <a:solidFill>
            <a:schemeClr val="tx1"/>
          </a:solidFill>
        </p:spPr>
        <p:txBody>
          <a:bodyPr wrap="square">
            <a:spAutoFit/>
          </a:bodyPr>
          <a:lstStyle/>
          <a:p>
            <a:pPr algn="ctr" defTabSz="2077928" fontAlgn="auto">
              <a:spcBef>
                <a:spcPts val="0"/>
              </a:spcBef>
              <a:spcAft>
                <a:spcPts val="0"/>
              </a:spcAft>
              <a:defRPr/>
            </a:pPr>
            <a:r>
              <a:rPr lang="en-GB" sz="3600" b="1">
                <a:solidFill>
                  <a:srgbClr val="C00000"/>
                </a:solidFill>
                <a:latin typeface="Bookman Old Style" pitchFamily="18" charset="0"/>
                <a:cs typeface="Arial" pitchFamily="34" charset="0"/>
              </a:rPr>
              <a:t>Literature survey</a:t>
            </a:r>
            <a:endParaRPr lang="en-US" sz="3600" b="1">
              <a:solidFill>
                <a:srgbClr val="C00000"/>
              </a:solidFill>
              <a:latin typeface="Bookman Old Style" pitchFamily="18" charset="0"/>
              <a:cs typeface="Arial" pitchFamily="34" charset="0"/>
            </a:endParaRPr>
          </a:p>
        </p:txBody>
      </p:sp>
      <p:sp>
        <p:nvSpPr>
          <p:cNvPr id="94" name="Rectangle 93"/>
          <p:cNvSpPr/>
          <p:nvPr/>
        </p:nvSpPr>
        <p:spPr>
          <a:xfrm>
            <a:off x="478184" y="8230132"/>
            <a:ext cx="6858000" cy="886397"/>
          </a:xfrm>
          <a:prstGeom prst="rect">
            <a:avLst/>
          </a:prstGeom>
          <a:solidFill>
            <a:schemeClr val="tx1"/>
          </a:solidFill>
        </p:spPr>
        <p:txBody>
          <a:bodyPr wrap="square" lIns="164592" tIns="164592" rIns="164592" bIns="164592">
            <a:spAutoFit/>
          </a:bodyPr>
          <a:lstStyle/>
          <a:p>
            <a:pPr algn="ctr"/>
            <a:r>
              <a:rPr lang="en-GB" sz="3600" b="1">
                <a:solidFill>
                  <a:srgbClr val="C00000"/>
                </a:solidFill>
                <a:latin typeface="Bookman Old Style" pitchFamily="18" charset="0"/>
                <a:cs typeface="Arial" pitchFamily="34" charset="0"/>
              </a:rPr>
              <a:t>Contributions</a:t>
            </a:r>
            <a:endParaRPr lang="en-US" sz="3600" b="1">
              <a:solidFill>
                <a:srgbClr val="C00000"/>
              </a:solidFill>
              <a:latin typeface="Bookman Old Style" pitchFamily="18" charset="0"/>
              <a:cs typeface="Arial" pitchFamily="34" charset="0"/>
            </a:endParaRPr>
          </a:p>
        </p:txBody>
      </p:sp>
      <p:sp>
        <p:nvSpPr>
          <p:cNvPr id="210" name="Rectangle 209"/>
          <p:cNvSpPr/>
          <p:nvPr/>
        </p:nvSpPr>
        <p:spPr>
          <a:xfrm>
            <a:off x="7363978" y="3217246"/>
            <a:ext cx="7588947" cy="646331"/>
          </a:xfrm>
          <a:prstGeom prst="rect">
            <a:avLst/>
          </a:prstGeom>
          <a:solidFill>
            <a:schemeClr val="tx1">
              <a:lumMod val="95000"/>
            </a:schemeClr>
          </a:solidFill>
        </p:spPr>
        <p:txBody>
          <a:bodyPr wrap="square" lIns="91440" tIns="45720" rIns="91440" bIns="45720" anchor="t">
            <a:spAutoFit/>
          </a:bodyPr>
          <a:lstStyle/>
          <a:p>
            <a:pPr algn="ctr"/>
            <a:r>
              <a:rPr lang="en-GB" sz="3600" b="1">
                <a:solidFill>
                  <a:srgbClr val="C00000"/>
                </a:solidFill>
                <a:latin typeface="Bookman Old Style"/>
                <a:cs typeface="Arial"/>
              </a:rPr>
              <a:t>Methodology</a:t>
            </a:r>
          </a:p>
        </p:txBody>
      </p:sp>
      <p:sp>
        <p:nvSpPr>
          <p:cNvPr id="55" name="Rectangle 54"/>
          <p:cNvSpPr/>
          <p:nvPr/>
        </p:nvSpPr>
        <p:spPr>
          <a:xfrm>
            <a:off x="443891" y="3248410"/>
            <a:ext cx="6786610" cy="646331"/>
          </a:xfrm>
          <a:prstGeom prst="rect">
            <a:avLst/>
          </a:prstGeom>
          <a:solidFill>
            <a:schemeClr val="tx1"/>
          </a:solidFill>
        </p:spPr>
        <p:txBody>
          <a:bodyPr wrap="square">
            <a:spAutoFit/>
          </a:bodyPr>
          <a:lstStyle/>
          <a:p>
            <a:pPr algn="ctr"/>
            <a:r>
              <a:rPr lang="en-US" sz="2800">
                <a:latin typeface="Bookman Old Style" pitchFamily="18" charset="0"/>
              </a:rPr>
              <a:t> </a:t>
            </a:r>
            <a:r>
              <a:rPr lang="en-US" sz="3600" b="1">
                <a:solidFill>
                  <a:srgbClr val="C00000"/>
                </a:solidFill>
                <a:latin typeface="Bookman Old Style" pitchFamily="18" charset="0"/>
              </a:rPr>
              <a:t>Problem statement</a:t>
            </a:r>
            <a:endParaRPr lang="en-GB" sz="2600" b="1">
              <a:solidFill>
                <a:srgbClr val="C00000"/>
              </a:solidFill>
              <a:latin typeface="Bookman Old Style" pitchFamily="18" charset="0"/>
              <a:cs typeface="Arial" pitchFamily="34" charset="0"/>
            </a:endParaRPr>
          </a:p>
        </p:txBody>
      </p:sp>
      <p:sp>
        <p:nvSpPr>
          <p:cNvPr id="44" name="Rectangle 43"/>
          <p:cNvSpPr/>
          <p:nvPr/>
        </p:nvSpPr>
        <p:spPr>
          <a:xfrm>
            <a:off x="15066555" y="7376412"/>
            <a:ext cx="5998146" cy="646331"/>
          </a:xfrm>
          <a:prstGeom prst="rect">
            <a:avLst/>
          </a:prstGeom>
          <a:solidFill>
            <a:schemeClr val="tx1"/>
          </a:solidFill>
        </p:spPr>
        <p:txBody>
          <a:bodyPr wrap="square">
            <a:spAutoFit/>
          </a:bodyPr>
          <a:lstStyle/>
          <a:p>
            <a:pPr algn="ctr"/>
            <a:r>
              <a:rPr lang="en-GB" sz="3600" b="1">
                <a:solidFill>
                  <a:srgbClr val="C00000"/>
                </a:solidFill>
                <a:latin typeface="Bookman Old Style" pitchFamily="18" charset="0"/>
                <a:cs typeface="Arial" pitchFamily="34" charset="0"/>
              </a:rPr>
              <a:t>Optimization details</a:t>
            </a:r>
            <a:endParaRPr lang="en-US" sz="3600">
              <a:solidFill>
                <a:srgbClr val="C00000"/>
              </a:solidFill>
              <a:latin typeface="Bookman Old Style" pitchFamily="18" charset="0"/>
            </a:endParaRPr>
          </a:p>
        </p:txBody>
      </p:sp>
      <p:sp>
        <p:nvSpPr>
          <p:cNvPr id="32" name="Rectangle 31"/>
          <p:cNvSpPr/>
          <p:nvPr/>
        </p:nvSpPr>
        <p:spPr>
          <a:xfrm>
            <a:off x="15096152" y="11587898"/>
            <a:ext cx="5857916" cy="646331"/>
          </a:xfrm>
          <a:prstGeom prst="rect">
            <a:avLst/>
          </a:prstGeom>
          <a:solidFill>
            <a:schemeClr val="tx1"/>
          </a:solidFill>
        </p:spPr>
        <p:txBody>
          <a:bodyPr wrap="square">
            <a:spAutoFit/>
          </a:bodyPr>
          <a:lstStyle/>
          <a:p>
            <a:pPr algn="ctr"/>
            <a:r>
              <a:rPr lang="en-GB" sz="3600" b="1" dirty="0">
                <a:solidFill>
                  <a:srgbClr val="C00000"/>
                </a:solidFill>
                <a:latin typeface="Bookman Old Style" pitchFamily="18" charset="0"/>
                <a:cs typeface="Arial" pitchFamily="34" charset="0"/>
              </a:rPr>
              <a:t>Conclusions</a:t>
            </a:r>
            <a:endParaRPr lang="en-US" sz="3600" dirty="0">
              <a:solidFill>
                <a:srgbClr val="C00000"/>
              </a:solidFill>
              <a:latin typeface="Bookman Old Style" pitchFamily="18" charset="0"/>
            </a:endParaRPr>
          </a:p>
        </p:txBody>
      </p:sp>
      <p:sp>
        <p:nvSpPr>
          <p:cNvPr id="33" name="Rectangle 32"/>
          <p:cNvSpPr/>
          <p:nvPr/>
        </p:nvSpPr>
        <p:spPr>
          <a:xfrm>
            <a:off x="-1" y="14420989"/>
            <a:ext cx="21396325" cy="1054437"/>
          </a:xfrm>
          <a:prstGeom prst="rect">
            <a:avLst/>
          </a:prstGeom>
          <a:solidFill>
            <a:schemeClr val="tx2">
              <a:lumMod val="20000"/>
              <a:lumOff val="80000"/>
            </a:schemeClr>
          </a:solidFill>
          <a:ln>
            <a:solidFill>
              <a:schemeClr val="accent5">
                <a:lumMod val="20000"/>
                <a:lumOff val="8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800" b="1">
                <a:solidFill>
                  <a:srgbClr val="C00000"/>
                </a:solidFill>
                <a:latin typeface="Bookman Old Style" pitchFamily="18" charset="0"/>
              </a:rPr>
              <a:t>Mini Project-2024-25</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98" y="-1713"/>
            <a:ext cx="7597489" cy="3098215"/>
          </a:xfrm>
          <a:prstGeom prst="rect">
            <a:avLst/>
          </a:prstGeom>
        </p:spPr>
      </p:pic>
      <p:sp>
        <p:nvSpPr>
          <p:cNvPr id="8" name="TextBox 7">
            <a:extLst>
              <a:ext uri="{FF2B5EF4-FFF2-40B4-BE49-F238E27FC236}">
                <a16:creationId xmlns:a16="http://schemas.microsoft.com/office/drawing/2014/main" id="{E7FD7734-7E35-C3B3-1958-D4E36F4CCB1E}"/>
              </a:ext>
            </a:extLst>
          </p:cNvPr>
          <p:cNvSpPr txBox="1"/>
          <p:nvPr/>
        </p:nvSpPr>
        <p:spPr>
          <a:xfrm>
            <a:off x="411162" y="6229287"/>
            <a:ext cx="184731" cy="723275"/>
          </a:xfrm>
          <a:prstGeom prst="rect">
            <a:avLst/>
          </a:prstGeom>
          <a:noFill/>
        </p:spPr>
        <p:txBody>
          <a:bodyPr wrap="none" rtlCol="0">
            <a:spAutoFit/>
          </a:bodyPr>
          <a:lstStyle/>
          <a:p>
            <a:endParaRPr lang="en-IN"/>
          </a:p>
        </p:txBody>
      </p:sp>
      <p:sp>
        <p:nvSpPr>
          <p:cNvPr id="9" name="TextBox 8">
            <a:extLst>
              <a:ext uri="{FF2B5EF4-FFF2-40B4-BE49-F238E27FC236}">
                <a16:creationId xmlns:a16="http://schemas.microsoft.com/office/drawing/2014/main" id="{AECBC02A-3301-9241-4EF8-8DC5E7655D7F}"/>
              </a:ext>
            </a:extLst>
          </p:cNvPr>
          <p:cNvSpPr txBox="1"/>
          <p:nvPr/>
        </p:nvSpPr>
        <p:spPr>
          <a:xfrm>
            <a:off x="420395" y="6513029"/>
            <a:ext cx="6984992" cy="1631216"/>
          </a:xfrm>
          <a:prstGeom prst="rect">
            <a:avLst/>
          </a:prstGeom>
          <a:noFill/>
        </p:spPr>
        <p:txBody>
          <a:bodyPr wrap="square" lIns="91440" tIns="45720" rIns="91440" bIns="45720" rtlCol="0" anchor="t">
            <a:spAutoFit/>
          </a:bodyPr>
          <a:lstStyle/>
          <a:p>
            <a:pPr marL="285750" indent="-285750" algn="l">
              <a:buFont typeface="Arial" panose="020B0604020202020204" pitchFamily="34" charset="0"/>
              <a:buChar char="•"/>
            </a:pPr>
            <a:r>
              <a:rPr lang="en-US" sz="2000" b="0" i="0">
                <a:effectLst/>
                <a:latin typeface="Times New Roman"/>
                <a:ea typeface="Calibri"/>
                <a:cs typeface="Calibri"/>
              </a:rPr>
              <a:t>Minimize noise and artifacts in ECG signals.</a:t>
            </a:r>
          </a:p>
          <a:p>
            <a:pPr marL="285750" indent="-285750" algn="l">
              <a:buFont typeface="Arial" panose="020B0604020202020204" pitchFamily="34" charset="0"/>
              <a:buChar char="•"/>
            </a:pPr>
            <a:r>
              <a:rPr lang="en-US" sz="2000" b="0" i="0">
                <a:effectLst/>
                <a:latin typeface="Times New Roman"/>
                <a:ea typeface="Calibri"/>
                <a:cs typeface="Calibri"/>
              </a:rPr>
              <a:t> Preserve the integrity of the ECG waveform.· Adapt dynamically to non-stationary noise.</a:t>
            </a:r>
          </a:p>
          <a:p>
            <a:pPr marL="285750" indent="-285750" algn="l">
              <a:buFont typeface="Arial" panose="020B0604020202020204" pitchFamily="34" charset="0"/>
              <a:buChar char="•"/>
            </a:pPr>
            <a:r>
              <a:rPr lang="en-US" sz="2000" b="0" i="0">
                <a:effectLst/>
                <a:latin typeface="Times New Roman"/>
                <a:ea typeface="Calibri"/>
                <a:cs typeface="Calibri"/>
              </a:rPr>
              <a:t> Enable real-time noise cancellation for monitoring devices.</a:t>
            </a:r>
          </a:p>
          <a:p>
            <a:pPr marL="285750" indent="-285750" algn="l">
              <a:buFont typeface="Arial" panose="020B0604020202020204" pitchFamily="34" charset="0"/>
              <a:buChar char="•"/>
            </a:pPr>
            <a:r>
              <a:rPr lang="en-US" sz="2000" b="0" i="0">
                <a:effectLst/>
                <a:latin typeface="Times New Roman"/>
                <a:ea typeface="Calibri"/>
                <a:cs typeface="Calibri"/>
              </a:rPr>
              <a:t>Enhance diagnostic accuracy in cardiac analysis</a:t>
            </a:r>
            <a:r>
              <a:rPr lang="en-US" sz="2000" b="0" i="0">
                <a:effectLst/>
                <a:latin typeface="Times New Roman"/>
                <a:cs typeface="Times New Roman"/>
              </a:rPr>
              <a:t>.</a:t>
            </a:r>
            <a:endParaRPr lang="en-IN">
              <a:latin typeface="Times New Roman"/>
              <a:cs typeface="Times New Roman"/>
            </a:endParaRPr>
          </a:p>
        </p:txBody>
      </p:sp>
      <p:sp>
        <p:nvSpPr>
          <p:cNvPr id="12" name="TextBox 11">
            <a:extLst>
              <a:ext uri="{FF2B5EF4-FFF2-40B4-BE49-F238E27FC236}">
                <a16:creationId xmlns:a16="http://schemas.microsoft.com/office/drawing/2014/main" id="{70F916DC-2454-3266-4076-8EF155BD330A}"/>
              </a:ext>
            </a:extLst>
          </p:cNvPr>
          <p:cNvSpPr txBox="1"/>
          <p:nvPr/>
        </p:nvSpPr>
        <p:spPr>
          <a:xfrm>
            <a:off x="428062" y="3974955"/>
            <a:ext cx="6786610" cy="1938992"/>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US" sz="2000" dirty="0">
                <a:latin typeface="Times New Roman"/>
                <a:ea typeface="+mn-lt"/>
                <a:cs typeface="+mn-lt"/>
              </a:rPr>
              <a:t>Develop a real-time noise cancellation system for ECG signals to enhance heart rate monitoring. By removing unwanted noise and interference, the system ensures accurate readings, improving diagnostic accuracy and early detection of heart conditions.</a:t>
            </a:r>
            <a:endParaRPr lang="en-US" sz="2000" dirty="0">
              <a:latin typeface="Times New Roman"/>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F67AC193-9038-BF27-0726-B212AF31341C}"/>
              </a:ext>
            </a:extLst>
          </p:cNvPr>
          <p:cNvSpPr txBox="1"/>
          <p:nvPr/>
        </p:nvSpPr>
        <p:spPr>
          <a:xfrm>
            <a:off x="352717" y="9123222"/>
            <a:ext cx="6984992" cy="2523768"/>
          </a:xfrm>
          <a:prstGeom prst="rect">
            <a:avLst/>
          </a:prstGeom>
          <a:noFill/>
        </p:spPr>
        <p:txBody>
          <a:bodyPr wrap="square" lIns="91440" tIns="45720" rIns="91440" bIns="45720" rtlCol="0" anchor="t">
            <a:spAutoFit/>
          </a:bodyPr>
          <a:lstStyle/>
          <a:p>
            <a:pPr marL="342900" indent="-342900" algn="l">
              <a:buFont typeface="Arial" panose="020B0604020202020204" pitchFamily="34" charset="0"/>
              <a:buChar char="•"/>
            </a:pPr>
            <a:r>
              <a:rPr lang="en-US" sz="2000" b="0" i="0" dirty="0">
                <a:solidFill>
                  <a:schemeClr val="tx1">
                    <a:lumMod val="95000"/>
                  </a:schemeClr>
                </a:solidFill>
                <a:effectLst/>
                <a:latin typeface="Times New Roman"/>
                <a:ea typeface="Calibri"/>
                <a:cs typeface="Calibri"/>
              </a:rPr>
              <a:t>Signal Acquisition: Record raw ECG signals with noise.</a:t>
            </a:r>
          </a:p>
          <a:p>
            <a:pPr marL="342900" indent="-342900" algn="l">
              <a:buFont typeface="Arial" panose="020B0604020202020204" pitchFamily="34" charset="0"/>
              <a:buChar char="•"/>
            </a:pPr>
            <a:r>
              <a:rPr lang="en-US" sz="2000" b="0" i="0" dirty="0">
                <a:solidFill>
                  <a:schemeClr val="tx1">
                    <a:lumMod val="95000"/>
                  </a:schemeClr>
                </a:solidFill>
                <a:effectLst/>
                <a:latin typeface="Times New Roman"/>
                <a:ea typeface="Calibri"/>
                <a:cs typeface="Calibri"/>
              </a:rPr>
              <a:t>Preprocessing: Apply bandpass filtering to remove out-of-band noise.</a:t>
            </a:r>
          </a:p>
          <a:p>
            <a:pPr marL="342900" indent="-342900" algn="l">
              <a:buFont typeface="Arial" panose="020B0604020202020204" pitchFamily="34" charset="0"/>
              <a:buChar char="•"/>
            </a:pPr>
            <a:r>
              <a:rPr lang="en-US" sz="2000" b="0" i="0" dirty="0">
                <a:solidFill>
                  <a:schemeClr val="tx1">
                    <a:lumMod val="95000"/>
                  </a:schemeClr>
                </a:solidFill>
                <a:effectLst/>
                <a:latin typeface="Times New Roman"/>
                <a:ea typeface="Calibri"/>
                <a:cs typeface="Calibri"/>
              </a:rPr>
              <a:t>Adaptive Filtering: Use algorithms like LMS or RLS with a noise reference to adaptively reduce noise.</a:t>
            </a:r>
          </a:p>
          <a:p>
            <a:pPr marL="342900" indent="-342900" algn="l">
              <a:buFont typeface="Arial" panose="020B0604020202020204" pitchFamily="34" charset="0"/>
              <a:buChar char="•"/>
            </a:pPr>
            <a:r>
              <a:rPr lang="en-US" sz="2000" b="0" i="0" dirty="0">
                <a:solidFill>
                  <a:schemeClr val="tx1">
                    <a:lumMod val="95000"/>
                  </a:schemeClr>
                </a:solidFill>
                <a:effectLst/>
                <a:latin typeface="Times New Roman"/>
                <a:ea typeface="Calibri"/>
                <a:cs typeface="Calibri"/>
              </a:rPr>
              <a:t>Implementation: Enable real-time processing for continuous noise cancellation.</a:t>
            </a:r>
          </a:p>
          <a:p>
            <a:endParaRPr lang="en-IN" dirty="0"/>
          </a:p>
        </p:txBody>
      </p:sp>
      <p:sp>
        <p:nvSpPr>
          <p:cNvPr id="20" name="TextBox 19">
            <a:extLst>
              <a:ext uri="{FF2B5EF4-FFF2-40B4-BE49-F238E27FC236}">
                <a16:creationId xmlns:a16="http://schemas.microsoft.com/office/drawing/2014/main" id="{9CFBDCDA-98D0-924E-323A-E148BD076F4D}"/>
              </a:ext>
            </a:extLst>
          </p:cNvPr>
          <p:cNvSpPr txBox="1"/>
          <p:nvPr/>
        </p:nvSpPr>
        <p:spPr>
          <a:xfrm>
            <a:off x="14999159" y="8145380"/>
            <a:ext cx="6146262" cy="3447098"/>
          </a:xfrm>
          <a:prstGeom prst="rect">
            <a:avLst/>
          </a:prstGeom>
          <a:noFill/>
        </p:spPr>
        <p:txBody>
          <a:bodyPr wrap="square" lIns="91440" tIns="45720" rIns="91440" bIns="45720" rtlCol="0" anchor="t">
            <a:spAutoFit/>
          </a:bodyPr>
          <a:lstStyle/>
          <a:p>
            <a:pPr marL="342900" indent="-342900" algn="l">
              <a:buFont typeface="Arial" panose="020B0604020202020204" pitchFamily="34" charset="0"/>
              <a:buChar char="•"/>
            </a:pPr>
            <a:r>
              <a:rPr lang="en-US" sz="2000" b="0" i="0" dirty="0">
                <a:effectLst/>
                <a:latin typeface="Times New Roman"/>
                <a:ea typeface="Calibri"/>
                <a:cs typeface="Calibri"/>
              </a:rPr>
              <a:t>Noise Sources: Address powerline interference, baseline wandering, and muscle artifacts.</a:t>
            </a:r>
          </a:p>
          <a:p>
            <a:pPr marL="342900" indent="-342900" algn="l">
              <a:buFont typeface="Arial" panose="020B0604020202020204" pitchFamily="34" charset="0"/>
              <a:buChar char="•"/>
            </a:pPr>
            <a:r>
              <a:rPr lang="en-US" sz="2000" b="0" i="0" dirty="0">
                <a:effectLst/>
                <a:latin typeface="Times New Roman"/>
                <a:ea typeface="Calibri"/>
                <a:cs typeface="Calibri"/>
              </a:rPr>
              <a:t>Preprocessing: Use band-pass filters (e.g., 0.5-50 Hz) to isolate ECG signal frequencies.</a:t>
            </a:r>
          </a:p>
          <a:p>
            <a:pPr marL="342900" indent="-342900" algn="l">
              <a:buFont typeface="Arial" panose="020B0604020202020204" pitchFamily="34" charset="0"/>
              <a:buChar char="•"/>
            </a:pPr>
            <a:r>
              <a:rPr lang="en-US" sz="2000" b="0" i="0" dirty="0">
                <a:effectLst/>
                <a:latin typeface="Times New Roman"/>
                <a:ea typeface="Calibri"/>
                <a:cs typeface="Calibri"/>
              </a:rPr>
              <a:t>Adaptive Filtering: Apply algorithms like LMS (low complexity) or RLS (fast convergence).</a:t>
            </a:r>
          </a:p>
          <a:p>
            <a:pPr marL="342900" indent="-342900" algn="l">
              <a:buFont typeface="Arial" panose="020B0604020202020204" pitchFamily="34" charset="0"/>
              <a:buChar char="•"/>
            </a:pPr>
            <a:r>
              <a:rPr lang="en-US" sz="2000" b="0" i="0" dirty="0">
                <a:effectLst/>
                <a:latin typeface="Times New Roman"/>
                <a:ea typeface="Calibri"/>
                <a:cs typeface="Calibri"/>
              </a:rPr>
              <a:t>Optimization: Dynamic Step Size for adaptive filters. Combine wavelet transforms for multi-resolution noise removal.</a:t>
            </a:r>
          </a:p>
          <a:p>
            <a:pPr marL="342900" indent="-342900" algn="l">
              <a:buFont typeface="Arial" panose="020B0604020202020204" pitchFamily="34" charset="0"/>
              <a:buChar char="•"/>
            </a:pPr>
            <a:r>
              <a:rPr lang="en-US" sz="2000" b="0" i="0" dirty="0">
                <a:effectLst/>
                <a:latin typeface="Times New Roman"/>
                <a:ea typeface="Calibri"/>
                <a:cs typeface="Calibri"/>
              </a:rPr>
              <a:t>Validation: Test algorithms on standard ECG datasets </a:t>
            </a:r>
          </a:p>
          <a:p>
            <a:endParaRPr lang="en-IN" dirty="0">
              <a:latin typeface="Times New Roman"/>
              <a:cs typeface="Times New Roman"/>
            </a:endParaRPr>
          </a:p>
        </p:txBody>
      </p:sp>
      <p:sp>
        <p:nvSpPr>
          <p:cNvPr id="4" name="TextBox 3">
            <a:extLst>
              <a:ext uri="{FF2B5EF4-FFF2-40B4-BE49-F238E27FC236}">
                <a16:creationId xmlns:a16="http://schemas.microsoft.com/office/drawing/2014/main" id="{C47E7838-1A76-B6EF-D051-6127FF6A9896}"/>
              </a:ext>
            </a:extLst>
          </p:cNvPr>
          <p:cNvSpPr txBox="1"/>
          <p:nvPr/>
        </p:nvSpPr>
        <p:spPr>
          <a:xfrm>
            <a:off x="15061718" y="12442522"/>
            <a:ext cx="6024638" cy="1631216"/>
          </a:xfrm>
          <a:prstGeom prst="rect">
            <a:avLst/>
          </a:prstGeom>
          <a:noFill/>
        </p:spPr>
        <p:txBody>
          <a:bodyPr wrap="square" lIns="91440" tIns="45720" rIns="91440" bIns="45720" rtlCol="0" anchor="t">
            <a:spAutoFit/>
          </a:bodyPr>
          <a:lstStyle/>
          <a:p>
            <a:r>
              <a:rPr lang="en-US" sz="2000" dirty="0">
                <a:latin typeface="Times New Roman"/>
                <a:ea typeface="Calibri"/>
                <a:cs typeface="Calibri"/>
              </a:rPr>
              <a:t>Adaptive filters effectively remove noise from ECG signals by dynamically adapting to varying conditions, improving signal quality and diagnostic accuracy. This makes them a reliable solution for clean and accurate ECG processing.</a:t>
            </a:r>
            <a:endParaRPr lang="en-IN" sz="2000" dirty="0">
              <a:latin typeface="Times New Roman"/>
              <a:ea typeface="Calibri"/>
              <a:cs typeface="Calibri"/>
            </a:endParaRPr>
          </a:p>
        </p:txBody>
      </p:sp>
      <p:pic>
        <p:nvPicPr>
          <p:cNvPr id="3" name="Picture 2" descr="A diagram of a computer&#10;&#10;Description automatically generated">
            <a:extLst>
              <a:ext uri="{FF2B5EF4-FFF2-40B4-BE49-F238E27FC236}">
                <a16:creationId xmlns:a16="http://schemas.microsoft.com/office/drawing/2014/main" id="{32074F53-49CE-6814-7642-B1F540E8692E}"/>
              </a:ext>
            </a:extLst>
          </p:cNvPr>
          <p:cNvPicPr>
            <a:picLocks noChangeAspect="1"/>
          </p:cNvPicPr>
          <p:nvPr/>
        </p:nvPicPr>
        <p:blipFill>
          <a:blip r:embed="rId4"/>
          <a:stretch>
            <a:fillRect/>
          </a:stretch>
        </p:blipFill>
        <p:spPr>
          <a:xfrm>
            <a:off x="7588390" y="3938923"/>
            <a:ext cx="7139820" cy="3519982"/>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B44E94BF-4834-7875-50E2-69F32156E0FD}"/>
              </a:ext>
            </a:extLst>
          </p:cNvPr>
          <p:cNvPicPr>
            <a:picLocks noChangeAspect="1"/>
          </p:cNvPicPr>
          <p:nvPr/>
        </p:nvPicPr>
        <p:blipFill>
          <a:blip r:embed="rId5"/>
          <a:srcRect l="3011" t="3125" r="-3011" b="-2362"/>
          <a:stretch/>
        </p:blipFill>
        <p:spPr>
          <a:xfrm>
            <a:off x="15188028" y="4026578"/>
            <a:ext cx="5978888" cy="2997671"/>
          </a:xfrm>
          <a:prstGeom prst="rect">
            <a:avLst/>
          </a:prstGeom>
        </p:spPr>
      </p:pic>
      <p:sp>
        <p:nvSpPr>
          <p:cNvPr id="15" name="TextBox 14">
            <a:extLst>
              <a:ext uri="{FF2B5EF4-FFF2-40B4-BE49-F238E27FC236}">
                <a16:creationId xmlns:a16="http://schemas.microsoft.com/office/drawing/2014/main" id="{B4347753-B670-2E47-91C5-49F64075DAA1}"/>
              </a:ext>
            </a:extLst>
          </p:cNvPr>
          <p:cNvSpPr txBox="1"/>
          <p:nvPr/>
        </p:nvSpPr>
        <p:spPr>
          <a:xfrm>
            <a:off x="7591559" y="7458905"/>
            <a:ext cx="7133482" cy="71711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000" dirty="0">
                <a:latin typeface="Times New Roman"/>
                <a:ea typeface="+mn-lt"/>
                <a:cs typeface="Times New Roman"/>
              </a:rPr>
              <a:t>Signal Acquisition: Capture raw ECG  signals directly from the patient, including inherent noise and interference from external sources. Ensure data integrity with high-quality sensors for accurate readings.</a:t>
            </a:r>
            <a:endParaRPr lang="en-GB" sz="2000" dirty="0">
              <a:latin typeface="Times New Roman"/>
              <a:cs typeface="Times New Roman"/>
            </a:endParaRPr>
          </a:p>
          <a:p>
            <a:endParaRPr lang="en-GB" sz="2000" dirty="0">
              <a:latin typeface="Times New Roman"/>
              <a:ea typeface="+mn-lt"/>
              <a:cs typeface="+mn-lt"/>
            </a:endParaRPr>
          </a:p>
          <a:p>
            <a:pPr marL="342900" indent="-342900">
              <a:buFont typeface="Arial"/>
              <a:buChar char="•"/>
            </a:pPr>
            <a:r>
              <a:rPr lang="en-GB" sz="2000" dirty="0">
                <a:latin typeface="Times New Roman"/>
                <a:ea typeface="+mn-lt"/>
                <a:cs typeface="Times New Roman"/>
              </a:rPr>
              <a:t>Preprocessing: Utilize bandpass filters to isolate the ECG signal, effectively eliminating out-of-band noise. Prepare the signal for further processing while preserving key waveforms.</a:t>
            </a:r>
            <a:endParaRPr lang="en-GB" sz="2000" dirty="0">
              <a:latin typeface="Times New Roman"/>
              <a:cs typeface="Times New Roman"/>
            </a:endParaRPr>
          </a:p>
          <a:p>
            <a:endParaRPr lang="en-GB" sz="2000" dirty="0">
              <a:latin typeface="Times New Roman"/>
              <a:ea typeface="+mn-lt"/>
              <a:cs typeface="+mn-lt"/>
            </a:endParaRPr>
          </a:p>
          <a:p>
            <a:pPr marL="342900" indent="-342900">
              <a:buFont typeface="Arial"/>
              <a:buChar char="•"/>
            </a:pPr>
            <a:r>
              <a:rPr lang="en-GB" sz="2000" dirty="0">
                <a:latin typeface="Times New Roman"/>
                <a:ea typeface="+mn-lt"/>
                <a:cs typeface="Times New Roman"/>
              </a:rPr>
              <a:t>Adaptive Filtering: Implement algorithms like LMS or RLS to dynamically reduce noise using a reference signal. Continuously adapt to changing noise characteristics for optimal performance.</a:t>
            </a:r>
            <a:endParaRPr lang="en-GB" sz="2000" dirty="0">
              <a:latin typeface="Times New Roman"/>
              <a:cs typeface="Times New Roman"/>
            </a:endParaRPr>
          </a:p>
          <a:p>
            <a:endParaRPr lang="en-GB" sz="2000" dirty="0">
              <a:latin typeface="Times New Roman"/>
              <a:ea typeface="+mn-lt"/>
              <a:cs typeface="+mn-lt"/>
            </a:endParaRPr>
          </a:p>
          <a:p>
            <a:pPr marL="342900" indent="-342900">
              <a:buFont typeface="Arial"/>
              <a:buChar char="•"/>
            </a:pPr>
            <a:r>
              <a:rPr lang="en-GB" sz="2000" dirty="0">
                <a:latin typeface="Times New Roman"/>
                <a:ea typeface="+mn-lt"/>
                <a:cs typeface="Times New Roman"/>
              </a:rPr>
              <a:t>Evaluation: Measure system performance using metrics such as Signal-to-Noise Ratio (SNR), Mean Squared Error (MSE), and ECG wave clarity. Validate the effectiveness of noise cancellation techniques.</a:t>
            </a:r>
            <a:endParaRPr lang="en-GB" sz="2000" dirty="0">
              <a:latin typeface="Times New Roman"/>
              <a:cs typeface="Times New Roman"/>
            </a:endParaRPr>
          </a:p>
          <a:p>
            <a:endParaRPr lang="en-GB" sz="2000" dirty="0">
              <a:latin typeface="Times New Roman"/>
              <a:ea typeface="+mn-lt"/>
              <a:cs typeface="+mn-lt"/>
            </a:endParaRPr>
          </a:p>
          <a:p>
            <a:pPr marL="342900" indent="-342900">
              <a:buFont typeface="Arial"/>
              <a:buChar char="•"/>
            </a:pPr>
            <a:r>
              <a:rPr lang="en-GB" sz="2000" dirty="0">
                <a:latin typeface="Times New Roman"/>
                <a:ea typeface="+mn-lt"/>
                <a:cs typeface="Times New Roman"/>
              </a:rPr>
              <a:t>Implementation: Develop a real-time processing system for continuous noise cancellation during ECG monitoring. Ensure the system operates efficiently with minimal delay for clinical use.</a:t>
            </a:r>
            <a:endParaRPr lang="en-GB" sz="2000" dirty="0">
              <a:latin typeface="Times New Roman"/>
              <a:cs typeface="Times New Roman"/>
            </a:endParaRPr>
          </a:p>
          <a:p>
            <a:pPr marL="342900" indent="-342900" algn="ctr">
              <a:buFont typeface="Arial"/>
              <a:buChar char="•"/>
            </a:pPr>
            <a:endParaRPr lang="en-GB" sz="2000" dirty="0">
              <a:latin typeface="Times New Roman"/>
              <a:cs typeface="Times New Roman"/>
            </a:endParaRPr>
          </a:p>
        </p:txBody>
      </p:sp>
      <p:sp>
        <p:nvSpPr>
          <p:cNvPr id="11" name="TextBox 10">
            <a:extLst>
              <a:ext uri="{FF2B5EF4-FFF2-40B4-BE49-F238E27FC236}">
                <a16:creationId xmlns:a16="http://schemas.microsoft.com/office/drawing/2014/main" id="{9AFBD3B5-91F4-A851-2417-8D141E47FD9E}"/>
              </a:ext>
            </a:extLst>
          </p:cNvPr>
          <p:cNvSpPr txBox="1"/>
          <p:nvPr/>
        </p:nvSpPr>
        <p:spPr>
          <a:xfrm>
            <a:off x="442257" y="12136024"/>
            <a:ext cx="6952787"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000" dirty="0">
                <a:latin typeface="Times New Roman"/>
                <a:ea typeface="+mn-lt"/>
                <a:cs typeface="+mn-lt"/>
              </a:rPr>
              <a:t>   Distorts ECG signals, affecting diagnosis accuracy.  </a:t>
            </a:r>
            <a:endParaRPr lang="en-US" sz="2000" dirty="0">
              <a:latin typeface="Times New Roman"/>
              <a:cs typeface="Times New Roman"/>
            </a:endParaRPr>
          </a:p>
          <a:p>
            <a:pPr marL="342900" indent="-342900">
              <a:buFont typeface="Arial"/>
              <a:buChar char="•"/>
            </a:pPr>
            <a:r>
              <a:rPr lang="en-US" sz="2000" dirty="0">
                <a:latin typeface="Times New Roman"/>
                <a:ea typeface="+mn-lt"/>
                <a:cs typeface="+mn-lt"/>
              </a:rPr>
              <a:t>   Fixed notch filters may distort nearby ECG components.</a:t>
            </a:r>
          </a:p>
          <a:p>
            <a:pPr marL="342900" indent="-342900">
              <a:buFont typeface="Arial"/>
              <a:buChar char="•"/>
            </a:pPr>
            <a:r>
              <a:rPr lang="en-US" sz="2000" dirty="0">
                <a:latin typeface="Times New Roman"/>
                <a:ea typeface="+mn-lt"/>
                <a:cs typeface="+mn-lt"/>
              </a:rPr>
              <a:t>    LMS and RLS algorithms minimize filtering errors.  </a:t>
            </a:r>
            <a:endParaRPr lang="en-US" sz="2000" dirty="0">
              <a:latin typeface="Times New Roman"/>
              <a:cs typeface="Times New Roman"/>
            </a:endParaRPr>
          </a:p>
          <a:p>
            <a:pPr marL="342900" indent="-342900">
              <a:buFont typeface="Arial"/>
              <a:buChar char="•"/>
            </a:pPr>
            <a:r>
              <a:rPr lang="en-US" sz="2000" dirty="0">
                <a:latin typeface="Times New Roman"/>
                <a:ea typeface="+mn-lt"/>
                <a:cs typeface="+mn-lt"/>
              </a:rPr>
              <a:t>   Wavelet transforms prevent artifacts during filtering.  </a:t>
            </a:r>
            <a:endParaRPr lang="en-US" sz="2000" dirty="0">
              <a:latin typeface="Times New Roman"/>
              <a:cs typeface="Times New Roman"/>
            </a:endParaRPr>
          </a:p>
          <a:p>
            <a:pPr marL="342900" indent="-342900">
              <a:buFont typeface="Arial"/>
              <a:buChar char="•"/>
            </a:pPr>
            <a:r>
              <a:rPr lang="en-US" sz="2000" dirty="0">
                <a:latin typeface="Times New Roman"/>
                <a:ea typeface="+mn-lt"/>
                <a:cs typeface="+mn-lt"/>
              </a:rPr>
              <a:t>   Enhances diagnostic accuracy and ECG monitoring.</a:t>
            </a:r>
            <a:endParaRPr lang="en-US" sz="2000" dirty="0">
              <a:latin typeface="Times New Roman"/>
              <a:cs typeface="Times New Roman"/>
            </a:endParaRPr>
          </a:p>
        </p:txBody>
      </p:sp>
    </p:spTree>
  </p:cSld>
  <p:clrMapOvr>
    <a:masterClrMapping/>
  </p:clrMapOvr>
</p:sld>
</file>

<file path=ppt/theme/theme1.xml><?xml version="1.0" encoding="utf-8"?>
<a:theme xmlns:a="http://schemas.openxmlformats.org/drawingml/2006/main" name="Depth">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TM03457444[[fn=Basis]]</Template>
  <TotalTime>37</TotalTime>
  <Words>481</Words>
  <Application>Microsoft Office PowerPoint</Application>
  <PresentationFormat>Custom</PresentationFormat>
  <Paragraphs>47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Bookman Old Style</vt:lpstr>
      <vt:lpstr>Calibri</vt:lpstr>
      <vt:lpstr>Corbel</vt:lpstr>
      <vt:lpstr>Times New Roman</vt:lpstr>
      <vt:lpstr>Depth</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aesplancopy.co.uk</dc:creator>
  <cp:lastModifiedBy>Pruthviraj Banoshi</cp:lastModifiedBy>
  <cp:revision>6</cp:revision>
  <dcterms:created xsi:type="dcterms:W3CDTF">2009-07-23T11:11:30Z</dcterms:created>
  <dcterms:modified xsi:type="dcterms:W3CDTF">2025-01-02T06:25:27Z</dcterms:modified>
</cp:coreProperties>
</file>